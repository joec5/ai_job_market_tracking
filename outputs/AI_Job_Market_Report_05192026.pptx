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diagrams/colors1.xml" ContentType="application/vnd.openxmlformats-officedocument.drawingml.diagramColors+xml"/>
  <Override PartName="/ppt/diagrams/data1.xml" ContentType="application/vnd.openxmlformats-officedocument.drawingml.diagramData+xml"/>
  <Override PartName="/ppt/diagrams/drawing1.xml" ContentType="application/vnd.ms-office.drawingml.diagramDrawing+xml"/>
  <Override PartName="/ppt/diagrams/layout1.xml" ContentType="application/vnd.openxmlformats-officedocument.drawingml.diagramLayout+xml"/>
  <Override PartName="/ppt/diagrams/quickStyle1.xml" ContentType="application/vnd.openxmlformats-officedocument.drawingml.diagramStyl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1"/>
  </p:notesMasterIdLst>
  <p:sldIdLst>
    <p:sldId id="296" r:id="rId2"/>
    <p:sldId id="257" r:id="rId3"/>
    <p:sldId id="284" r:id="rId4"/>
    <p:sldId id="285" r:id="rId5"/>
    <p:sldId id="286" r:id="rId6"/>
    <p:sldId id="287" r:id="rId7"/>
    <p:sldId id="277" r:id="rId8"/>
    <p:sldId id="266" r:id="rId9"/>
    <p:sldId id="288" r:id="rId10"/>
    <p:sldId id="297" r:id="rId16"/>
    <p:sldId id="298" r:id="rId17"/>
    <p:sldId id="299"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003" autoAdjust="0"/>
    <p:restoredTop sz="94660"/>
  </p:normalViewPr>
  <p:slideViewPr>
    <p:cSldViewPr snapToGrid="0">
      <p:cViewPr varScale="1">
        <p:scale>
          <a:sx n="105" d="100"/>
          <a:sy n="105" d="100"/>
        </p:scale>
        <p:origin x="660"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CC989B6-8A58-4563-BCF5-017E6264A79C}" type="doc">
      <dgm:prSet loTypeId="urn:microsoft.com/office/officeart/2008/layout/LinedList" loCatId="list" qsTypeId="urn:microsoft.com/office/officeart/2005/8/quickstyle/simple1" qsCatId="simple" csTypeId="urn:microsoft.com/office/officeart/2005/8/colors/accent1_2" csCatId="accent1" phldr="1"/>
      <dgm:spPr/>
      <dgm:t>
        <a:bodyPr/>
        <a:lstStyle/>
        <a:p>
          <a:endParaRPr lang="en-US"/>
        </a:p>
      </dgm:t>
    </dgm:pt>
    <dgm:pt modelId="{23A5D398-3D0C-4979-B66B-E96CAED2E110}">
      <dgm:prSet custT="1"/>
      <dgm:spPr/>
      <dgm:t>
        <a:bodyPr/>
        <a:lstStyle/>
        <a:p>
          <a:r>
            <a:rPr lang="en-US" sz="1800" dirty="0"/>
            <a:t>I adjusted my keyword search of AI titles based on below. This was done as I felt I was missing data points due to naming convention(s) used by differing companies</a:t>
          </a:r>
          <a:r>
            <a:rPr lang="en-US" sz="1600" dirty="0"/>
            <a:t>. </a:t>
          </a:r>
        </a:p>
      </dgm:t>
    </dgm:pt>
    <dgm:pt modelId="{75BC734A-E6D1-48A5-904F-8B3F3C5DC3B3}" type="parTrans" cxnId="{CEDBDDCB-376B-40D2-8473-47280AA4679D}">
      <dgm:prSet/>
      <dgm:spPr/>
      <dgm:t>
        <a:bodyPr/>
        <a:lstStyle/>
        <a:p>
          <a:endParaRPr lang="en-US"/>
        </a:p>
      </dgm:t>
    </dgm:pt>
    <dgm:pt modelId="{EA46AE20-1AC1-4FAE-AD09-BDFF5BA76E5A}" type="sibTrans" cxnId="{CEDBDDCB-376B-40D2-8473-47280AA4679D}">
      <dgm:prSet/>
      <dgm:spPr/>
      <dgm:t>
        <a:bodyPr/>
        <a:lstStyle/>
        <a:p>
          <a:endParaRPr lang="en-US"/>
        </a:p>
      </dgm:t>
    </dgm:pt>
    <dgm:pt modelId="{ECC35210-FD61-4925-8A80-0601E3E85A74}">
      <dgm:prSet custT="1"/>
      <dgm:spPr/>
      <dgm:t>
        <a:bodyPr/>
        <a:lstStyle/>
        <a:p>
          <a:r>
            <a:rPr lang="en-US" sz="1800" dirty="0"/>
            <a:t>Note- quotations around each group of words ensures the search renders roles specific to that title or the word grouping is in the job description. </a:t>
          </a:r>
        </a:p>
      </dgm:t>
    </dgm:pt>
    <dgm:pt modelId="{FD5F54AC-A857-4097-8E42-61DEC7236228}" type="parTrans" cxnId="{8B8E4727-4109-4F6B-B60B-FC110B322094}">
      <dgm:prSet/>
      <dgm:spPr/>
      <dgm:t>
        <a:bodyPr/>
        <a:lstStyle/>
        <a:p>
          <a:endParaRPr lang="en-US"/>
        </a:p>
      </dgm:t>
    </dgm:pt>
    <dgm:pt modelId="{07144DE9-A9F3-48B1-BBD4-7BF59DEC3325}" type="sibTrans" cxnId="{8B8E4727-4109-4F6B-B60B-FC110B322094}">
      <dgm:prSet/>
      <dgm:spPr/>
      <dgm:t>
        <a:bodyPr/>
        <a:lstStyle/>
        <a:p>
          <a:endParaRPr lang="en-US"/>
        </a:p>
      </dgm:t>
    </dgm:pt>
    <dgm:pt modelId="{5EFB4C02-196A-4E72-A7C4-5C3BD09F4127}" type="pres">
      <dgm:prSet presAssocID="{5CC989B6-8A58-4563-BCF5-017E6264A79C}" presName="vert0" presStyleCnt="0">
        <dgm:presLayoutVars>
          <dgm:dir/>
          <dgm:animOne val="branch"/>
          <dgm:animLvl val="lvl"/>
        </dgm:presLayoutVars>
      </dgm:prSet>
      <dgm:spPr/>
    </dgm:pt>
    <dgm:pt modelId="{C6E0E265-1D76-4CDA-8D61-AEE0A8302690}" type="pres">
      <dgm:prSet presAssocID="{23A5D398-3D0C-4979-B66B-E96CAED2E110}" presName="thickLine" presStyleLbl="alignNode1" presStyleIdx="0" presStyleCnt="2"/>
      <dgm:spPr/>
    </dgm:pt>
    <dgm:pt modelId="{3B084886-C73D-458A-8A6E-62A7F816DA93}" type="pres">
      <dgm:prSet presAssocID="{23A5D398-3D0C-4979-B66B-E96CAED2E110}" presName="horz1" presStyleCnt="0"/>
      <dgm:spPr/>
    </dgm:pt>
    <dgm:pt modelId="{EF80F48C-3431-4844-AB50-E04FDE440F36}" type="pres">
      <dgm:prSet presAssocID="{23A5D398-3D0C-4979-B66B-E96CAED2E110}" presName="tx1" presStyleLbl="revTx" presStyleIdx="0" presStyleCnt="2"/>
      <dgm:spPr/>
    </dgm:pt>
    <dgm:pt modelId="{8A6C0CBB-043D-4510-BBE0-74DCF9C71651}" type="pres">
      <dgm:prSet presAssocID="{23A5D398-3D0C-4979-B66B-E96CAED2E110}" presName="vert1" presStyleCnt="0"/>
      <dgm:spPr/>
    </dgm:pt>
    <dgm:pt modelId="{F6C7888E-FB72-40CE-9A40-729C7D9D4B3B}" type="pres">
      <dgm:prSet presAssocID="{ECC35210-FD61-4925-8A80-0601E3E85A74}" presName="thickLine" presStyleLbl="alignNode1" presStyleIdx="1" presStyleCnt="2" custLinFactNeighborY="-8372"/>
      <dgm:spPr/>
    </dgm:pt>
    <dgm:pt modelId="{5A65159E-FF51-4CE6-8C3A-116B7F7F5B75}" type="pres">
      <dgm:prSet presAssocID="{ECC35210-FD61-4925-8A80-0601E3E85A74}" presName="horz1" presStyleCnt="0"/>
      <dgm:spPr/>
    </dgm:pt>
    <dgm:pt modelId="{B9974082-1DFF-4A3A-B7B5-B419D352DF11}" type="pres">
      <dgm:prSet presAssocID="{ECC35210-FD61-4925-8A80-0601E3E85A74}" presName="tx1" presStyleLbl="revTx" presStyleIdx="1" presStyleCnt="2" custScaleY="102728" custLinFactNeighborY="-4940"/>
      <dgm:spPr/>
    </dgm:pt>
    <dgm:pt modelId="{2D98C1F8-ADD0-4287-B306-7F7AEB7C6C4B}" type="pres">
      <dgm:prSet presAssocID="{ECC35210-FD61-4925-8A80-0601E3E85A74}" presName="vert1" presStyleCnt="0"/>
      <dgm:spPr/>
    </dgm:pt>
  </dgm:ptLst>
  <dgm:cxnLst>
    <dgm:cxn modelId="{FCF55413-ADE8-4105-A024-0F2CF60A4F1A}" type="presOf" srcId="{5CC989B6-8A58-4563-BCF5-017E6264A79C}" destId="{5EFB4C02-196A-4E72-A7C4-5C3BD09F4127}" srcOrd="0" destOrd="0" presId="urn:microsoft.com/office/officeart/2008/layout/LinedList"/>
    <dgm:cxn modelId="{8B8E4727-4109-4F6B-B60B-FC110B322094}" srcId="{5CC989B6-8A58-4563-BCF5-017E6264A79C}" destId="{ECC35210-FD61-4925-8A80-0601E3E85A74}" srcOrd="1" destOrd="0" parTransId="{FD5F54AC-A857-4097-8E42-61DEC7236228}" sibTransId="{07144DE9-A9F3-48B1-BBD4-7BF59DEC3325}"/>
    <dgm:cxn modelId="{D3B1E12C-FB74-4F1C-A78B-4935ACD1D5E9}" type="presOf" srcId="{ECC35210-FD61-4925-8A80-0601E3E85A74}" destId="{B9974082-1DFF-4A3A-B7B5-B419D352DF11}" srcOrd="0" destOrd="0" presId="urn:microsoft.com/office/officeart/2008/layout/LinedList"/>
    <dgm:cxn modelId="{EEF8E19F-2E48-40A6-A1FB-DB1D9D14086B}" type="presOf" srcId="{23A5D398-3D0C-4979-B66B-E96CAED2E110}" destId="{EF80F48C-3431-4844-AB50-E04FDE440F36}" srcOrd="0" destOrd="0" presId="urn:microsoft.com/office/officeart/2008/layout/LinedList"/>
    <dgm:cxn modelId="{CEDBDDCB-376B-40D2-8473-47280AA4679D}" srcId="{5CC989B6-8A58-4563-BCF5-017E6264A79C}" destId="{23A5D398-3D0C-4979-B66B-E96CAED2E110}" srcOrd="0" destOrd="0" parTransId="{75BC734A-E6D1-48A5-904F-8B3F3C5DC3B3}" sibTransId="{EA46AE20-1AC1-4FAE-AD09-BDFF5BA76E5A}"/>
    <dgm:cxn modelId="{A8035A9D-98F4-45C8-94D1-E274136F49A6}" type="presParOf" srcId="{5EFB4C02-196A-4E72-A7C4-5C3BD09F4127}" destId="{C6E0E265-1D76-4CDA-8D61-AEE0A8302690}" srcOrd="0" destOrd="0" presId="urn:microsoft.com/office/officeart/2008/layout/LinedList"/>
    <dgm:cxn modelId="{1222B013-08A6-4ABA-A90C-F84CB849D275}" type="presParOf" srcId="{5EFB4C02-196A-4E72-A7C4-5C3BD09F4127}" destId="{3B084886-C73D-458A-8A6E-62A7F816DA93}" srcOrd="1" destOrd="0" presId="urn:microsoft.com/office/officeart/2008/layout/LinedList"/>
    <dgm:cxn modelId="{23F370F3-6F72-4B1A-B0D7-EA12B2B1B5AA}" type="presParOf" srcId="{3B084886-C73D-458A-8A6E-62A7F816DA93}" destId="{EF80F48C-3431-4844-AB50-E04FDE440F36}" srcOrd="0" destOrd="0" presId="urn:microsoft.com/office/officeart/2008/layout/LinedList"/>
    <dgm:cxn modelId="{95A6BF34-B09D-40F2-83AD-ED10E10FCF35}" type="presParOf" srcId="{3B084886-C73D-458A-8A6E-62A7F816DA93}" destId="{8A6C0CBB-043D-4510-BBE0-74DCF9C71651}" srcOrd="1" destOrd="0" presId="urn:microsoft.com/office/officeart/2008/layout/LinedList"/>
    <dgm:cxn modelId="{9C786006-5D5E-48C3-971A-CABE198FE60B}" type="presParOf" srcId="{5EFB4C02-196A-4E72-A7C4-5C3BD09F4127}" destId="{F6C7888E-FB72-40CE-9A40-729C7D9D4B3B}" srcOrd="2" destOrd="0" presId="urn:microsoft.com/office/officeart/2008/layout/LinedList"/>
    <dgm:cxn modelId="{15477E45-D32B-433A-9BF1-B8B516B3FB4B}" type="presParOf" srcId="{5EFB4C02-196A-4E72-A7C4-5C3BD09F4127}" destId="{5A65159E-FF51-4CE6-8C3A-116B7F7F5B75}" srcOrd="3" destOrd="0" presId="urn:microsoft.com/office/officeart/2008/layout/LinedList"/>
    <dgm:cxn modelId="{60288111-E68D-4031-B177-D11D6F29ED72}" type="presParOf" srcId="{5A65159E-FF51-4CE6-8C3A-116B7F7F5B75}" destId="{B9974082-1DFF-4A3A-B7B5-B419D352DF11}" srcOrd="0" destOrd="0" presId="urn:microsoft.com/office/officeart/2008/layout/LinedList"/>
    <dgm:cxn modelId="{2EDDAFD7-F936-4451-8468-6847720C2AE4}" type="presParOf" srcId="{5A65159E-FF51-4CE6-8C3A-116B7F7F5B75}" destId="{2D98C1F8-ADD0-4287-B306-7F7AEB7C6C4B}"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6E0E265-1D76-4CDA-8D61-AEE0A8302690}">
      <dsp:nvSpPr>
        <dsp:cNvPr id="0" name=""/>
        <dsp:cNvSpPr/>
      </dsp:nvSpPr>
      <dsp:spPr>
        <a:xfrm>
          <a:off x="0" y="347"/>
          <a:ext cx="4169109"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F80F48C-3431-4844-AB50-E04FDE440F36}">
      <dsp:nvSpPr>
        <dsp:cNvPr id="0" name=""/>
        <dsp:cNvSpPr/>
      </dsp:nvSpPr>
      <dsp:spPr>
        <a:xfrm>
          <a:off x="0" y="347"/>
          <a:ext cx="4169109" cy="156820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n-US" sz="1800" kern="1200" dirty="0"/>
            <a:t>I adjusted my keyword search of AI titles based on below. This was done as I felt I was missing data points due to naming convention(s) used by differing companies</a:t>
          </a:r>
          <a:r>
            <a:rPr lang="en-US" sz="1600" kern="1200" dirty="0"/>
            <a:t>. </a:t>
          </a:r>
        </a:p>
      </dsp:txBody>
      <dsp:txXfrm>
        <a:off x="0" y="347"/>
        <a:ext cx="4169109" cy="1568204"/>
      </dsp:txXfrm>
    </dsp:sp>
    <dsp:sp modelId="{F6C7888E-FB72-40CE-9A40-729C7D9D4B3B}">
      <dsp:nvSpPr>
        <dsp:cNvPr id="0" name=""/>
        <dsp:cNvSpPr/>
      </dsp:nvSpPr>
      <dsp:spPr>
        <a:xfrm>
          <a:off x="0" y="1433679"/>
          <a:ext cx="4169109"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9974082-1DFF-4A3A-B7B5-B419D352DF11}">
      <dsp:nvSpPr>
        <dsp:cNvPr id="0" name=""/>
        <dsp:cNvSpPr/>
      </dsp:nvSpPr>
      <dsp:spPr>
        <a:xfrm>
          <a:off x="0" y="1491081"/>
          <a:ext cx="4165037" cy="161098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n-US" sz="1800" kern="1200" dirty="0"/>
            <a:t>Note- quotations around each group of words ensures the search renders roles specific to that title or the word grouping is in the job description. </a:t>
          </a:r>
        </a:p>
      </dsp:txBody>
      <dsp:txXfrm>
        <a:off x="0" y="1491081"/>
        <a:ext cx="4165037" cy="1610984"/>
      </dsp:txXfrm>
    </dsp:sp>
  </dsp:spTree>
</dsp:drawing>
</file>

<file path=ppt/diagrams/layout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A80709F-4A26-4A6C-880F-08E2C4873B32}" type="datetimeFigureOut">
              <a:rPr lang="en-US" smtClean="0"/>
              <a:t>5/20/2026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7494A6A-E48C-40CF-AB86-7608A9CBE8B3}" type="slidenum">
              <a:rPr lang="en-US" smtClean="0"/>
              <a:t>‹#›</a:t>
            </a:fld>
            <a:endParaRPr lang="en-US"/>
          </a:p>
        </p:txBody>
      </p:sp>
    </p:spTree>
    <p:extLst>
      <p:ext uri="{BB962C8B-B14F-4D97-AF65-F5344CB8AC3E}">
        <p14:creationId xmlns:p14="http://schemas.microsoft.com/office/powerpoint/2010/main" val="25867439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73E80C-FFD3-F9FC-289A-6B53E75B2B2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0726775-3340-DCA9-F5F0-4DB4C2EB2B1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95B6AAF-1857-34EE-9441-3CAC9047D06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8A9D358-B742-D9BD-6B4E-F59E66722858}"/>
              </a:ext>
            </a:extLst>
          </p:cNvPr>
          <p:cNvSpPr>
            <a:spLocks noGrp="1"/>
          </p:cNvSpPr>
          <p:nvPr>
            <p:ph type="sldNum" sz="quarter" idx="5"/>
          </p:nvPr>
        </p:nvSpPr>
        <p:spPr/>
        <p:txBody>
          <a:bodyPr/>
          <a:lstStyle/>
          <a:p>
            <a:fld id="{87494A6A-E48C-40CF-AB86-7608A9CBE8B3}" type="slidenum">
              <a:rPr lang="en-US" smtClean="0"/>
              <a:t>1</a:t>
            </a:fld>
            <a:endParaRPr lang="en-US"/>
          </a:p>
        </p:txBody>
      </p:sp>
    </p:spTree>
    <p:extLst>
      <p:ext uri="{BB962C8B-B14F-4D97-AF65-F5344CB8AC3E}">
        <p14:creationId xmlns:p14="http://schemas.microsoft.com/office/powerpoint/2010/main" val="115285293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C79B53-8B33-9B5C-813C-76CC7DFAABA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C74BEDE-955F-0389-F882-C3905360EEF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47BC664E-3322-5A8F-C4A4-C82FE4432E15}"/>
              </a:ext>
            </a:extLst>
          </p:cNvPr>
          <p:cNvSpPr>
            <a:spLocks noGrp="1"/>
          </p:cNvSpPr>
          <p:nvPr>
            <p:ph type="dt" sz="half" idx="10"/>
          </p:nvPr>
        </p:nvSpPr>
        <p:spPr/>
        <p:txBody>
          <a:bodyPr/>
          <a:lstStyle/>
          <a:p>
            <a:fld id="{1C5BF419-4BFC-4D4A-9999-55B12A96B1A3}" type="datetimeFigureOut">
              <a:rPr lang="en-US" smtClean="0"/>
              <a:t>5/20/2026</a:t>
            </a:fld>
            <a:endParaRPr lang="en-US"/>
          </a:p>
        </p:txBody>
      </p:sp>
      <p:sp>
        <p:nvSpPr>
          <p:cNvPr id="5" name="Footer Placeholder 4">
            <a:extLst>
              <a:ext uri="{FF2B5EF4-FFF2-40B4-BE49-F238E27FC236}">
                <a16:creationId xmlns:a16="http://schemas.microsoft.com/office/drawing/2014/main" id="{7C1A8738-E8C9-26AA-B2C6-F5EA9889B9F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09505F3-5564-7578-07DB-6458E29BFC1D}"/>
              </a:ext>
            </a:extLst>
          </p:cNvPr>
          <p:cNvSpPr>
            <a:spLocks noGrp="1"/>
          </p:cNvSpPr>
          <p:nvPr>
            <p:ph type="sldNum" sz="quarter" idx="12"/>
          </p:nvPr>
        </p:nvSpPr>
        <p:spPr/>
        <p:txBody>
          <a:bodyPr/>
          <a:lstStyle/>
          <a:p>
            <a:fld id="{97EC0B56-A0B0-4EBE-A13E-4196398AD721}" type="slidenum">
              <a:rPr lang="en-US" smtClean="0"/>
              <a:t>‹#›</a:t>
            </a:fld>
            <a:endParaRPr lang="en-US"/>
          </a:p>
        </p:txBody>
      </p:sp>
    </p:spTree>
    <p:extLst>
      <p:ext uri="{BB962C8B-B14F-4D97-AF65-F5344CB8AC3E}">
        <p14:creationId xmlns:p14="http://schemas.microsoft.com/office/powerpoint/2010/main" val="22522124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E22E76-53BD-85A3-3F3D-FE8247F049E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8A11427-95E4-C763-654D-737D9FA6E81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5C77A9F-EC8F-BE7C-6A4E-0997213256D2}"/>
              </a:ext>
            </a:extLst>
          </p:cNvPr>
          <p:cNvSpPr>
            <a:spLocks noGrp="1"/>
          </p:cNvSpPr>
          <p:nvPr>
            <p:ph type="dt" sz="half" idx="10"/>
          </p:nvPr>
        </p:nvSpPr>
        <p:spPr/>
        <p:txBody>
          <a:bodyPr/>
          <a:lstStyle/>
          <a:p>
            <a:fld id="{1C5BF419-4BFC-4D4A-9999-55B12A96B1A3}" type="datetimeFigureOut">
              <a:rPr lang="en-US" smtClean="0"/>
              <a:t>5/20/2026</a:t>
            </a:fld>
            <a:endParaRPr lang="en-US"/>
          </a:p>
        </p:txBody>
      </p:sp>
      <p:sp>
        <p:nvSpPr>
          <p:cNvPr id="5" name="Footer Placeholder 4">
            <a:extLst>
              <a:ext uri="{FF2B5EF4-FFF2-40B4-BE49-F238E27FC236}">
                <a16:creationId xmlns:a16="http://schemas.microsoft.com/office/drawing/2014/main" id="{107A5EBE-5057-2047-BF55-612A7765CBA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C64C848-3E3E-3FF5-232A-B11686723386}"/>
              </a:ext>
            </a:extLst>
          </p:cNvPr>
          <p:cNvSpPr>
            <a:spLocks noGrp="1"/>
          </p:cNvSpPr>
          <p:nvPr>
            <p:ph type="sldNum" sz="quarter" idx="12"/>
          </p:nvPr>
        </p:nvSpPr>
        <p:spPr/>
        <p:txBody>
          <a:bodyPr/>
          <a:lstStyle/>
          <a:p>
            <a:fld id="{97EC0B56-A0B0-4EBE-A13E-4196398AD721}" type="slidenum">
              <a:rPr lang="en-US" smtClean="0"/>
              <a:t>‹#›</a:t>
            </a:fld>
            <a:endParaRPr lang="en-US"/>
          </a:p>
        </p:txBody>
      </p:sp>
    </p:spTree>
    <p:extLst>
      <p:ext uri="{BB962C8B-B14F-4D97-AF65-F5344CB8AC3E}">
        <p14:creationId xmlns:p14="http://schemas.microsoft.com/office/powerpoint/2010/main" val="39008199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9EBAB0-6CC8-07E9-8AB4-5D1D8DB91CB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585CA11-12C1-4962-A511-F56E63301599}"/>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409C4D9-E068-2AB5-2004-BB0ABCFE92F5}"/>
              </a:ext>
            </a:extLst>
          </p:cNvPr>
          <p:cNvSpPr>
            <a:spLocks noGrp="1"/>
          </p:cNvSpPr>
          <p:nvPr>
            <p:ph type="dt" sz="half" idx="10"/>
          </p:nvPr>
        </p:nvSpPr>
        <p:spPr/>
        <p:txBody>
          <a:bodyPr/>
          <a:lstStyle/>
          <a:p>
            <a:fld id="{1C5BF419-4BFC-4D4A-9999-55B12A96B1A3}" type="datetimeFigureOut">
              <a:rPr lang="en-US" smtClean="0"/>
              <a:t>5/20/2026</a:t>
            </a:fld>
            <a:endParaRPr lang="en-US"/>
          </a:p>
        </p:txBody>
      </p:sp>
      <p:sp>
        <p:nvSpPr>
          <p:cNvPr id="5" name="Footer Placeholder 4">
            <a:extLst>
              <a:ext uri="{FF2B5EF4-FFF2-40B4-BE49-F238E27FC236}">
                <a16:creationId xmlns:a16="http://schemas.microsoft.com/office/drawing/2014/main" id="{AB702907-15FD-1B10-B0C2-E90D16B40D8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1E15CD8-9380-55EE-F195-2D4BB8E108BA}"/>
              </a:ext>
            </a:extLst>
          </p:cNvPr>
          <p:cNvSpPr>
            <a:spLocks noGrp="1"/>
          </p:cNvSpPr>
          <p:nvPr>
            <p:ph type="sldNum" sz="quarter" idx="12"/>
          </p:nvPr>
        </p:nvSpPr>
        <p:spPr/>
        <p:txBody>
          <a:bodyPr/>
          <a:lstStyle/>
          <a:p>
            <a:fld id="{97EC0B56-A0B0-4EBE-A13E-4196398AD721}" type="slidenum">
              <a:rPr lang="en-US" smtClean="0"/>
              <a:t>‹#›</a:t>
            </a:fld>
            <a:endParaRPr lang="en-US"/>
          </a:p>
        </p:txBody>
      </p:sp>
    </p:spTree>
    <p:extLst>
      <p:ext uri="{BB962C8B-B14F-4D97-AF65-F5344CB8AC3E}">
        <p14:creationId xmlns:p14="http://schemas.microsoft.com/office/powerpoint/2010/main" val="13498347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1088AD-2B6D-F485-CA6F-9C8F6F93F4B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AD19D78-92FC-2EE5-7729-507AEFC91D1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77C5321-5547-AFCC-4518-168F1633ED7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4601572-AA63-62F9-573C-B19CC8A66534}"/>
              </a:ext>
            </a:extLst>
          </p:cNvPr>
          <p:cNvSpPr>
            <a:spLocks noGrp="1"/>
          </p:cNvSpPr>
          <p:nvPr>
            <p:ph type="dt" sz="half" idx="10"/>
          </p:nvPr>
        </p:nvSpPr>
        <p:spPr/>
        <p:txBody>
          <a:bodyPr/>
          <a:lstStyle/>
          <a:p>
            <a:fld id="{1C5BF419-4BFC-4D4A-9999-55B12A96B1A3}" type="datetimeFigureOut">
              <a:rPr lang="en-US" smtClean="0"/>
              <a:t>5/20/2026</a:t>
            </a:fld>
            <a:endParaRPr lang="en-US"/>
          </a:p>
        </p:txBody>
      </p:sp>
      <p:sp>
        <p:nvSpPr>
          <p:cNvPr id="6" name="Footer Placeholder 5">
            <a:extLst>
              <a:ext uri="{FF2B5EF4-FFF2-40B4-BE49-F238E27FC236}">
                <a16:creationId xmlns:a16="http://schemas.microsoft.com/office/drawing/2014/main" id="{2582E294-C5E4-5A83-C999-4AF673A6F4D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1766F40-D8E3-6ACD-A71F-BD3767636BBF}"/>
              </a:ext>
            </a:extLst>
          </p:cNvPr>
          <p:cNvSpPr>
            <a:spLocks noGrp="1"/>
          </p:cNvSpPr>
          <p:nvPr>
            <p:ph type="sldNum" sz="quarter" idx="12"/>
          </p:nvPr>
        </p:nvSpPr>
        <p:spPr/>
        <p:txBody>
          <a:bodyPr/>
          <a:lstStyle/>
          <a:p>
            <a:fld id="{97EC0B56-A0B0-4EBE-A13E-4196398AD721}" type="slidenum">
              <a:rPr lang="en-US" smtClean="0"/>
              <a:t>‹#›</a:t>
            </a:fld>
            <a:endParaRPr lang="en-US"/>
          </a:p>
        </p:txBody>
      </p:sp>
    </p:spTree>
    <p:extLst>
      <p:ext uri="{BB962C8B-B14F-4D97-AF65-F5344CB8AC3E}">
        <p14:creationId xmlns:p14="http://schemas.microsoft.com/office/powerpoint/2010/main" val="5739657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392A58-13EE-00FC-2526-63ECF53619D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CCE5BD95-BBD6-DF41-C374-67C992D7155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1633F06-6DD1-EA83-14FF-033B22F9A02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63E51D52-AE90-7FC6-667E-C46BFE3CFF2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B1B1939-5F90-0BF6-CDAB-E79E95DD0B7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982DA32-FD7B-7570-0861-3E8A8F044736}"/>
              </a:ext>
            </a:extLst>
          </p:cNvPr>
          <p:cNvSpPr>
            <a:spLocks noGrp="1"/>
          </p:cNvSpPr>
          <p:nvPr>
            <p:ph type="dt" sz="half" idx="10"/>
          </p:nvPr>
        </p:nvSpPr>
        <p:spPr/>
        <p:txBody>
          <a:bodyPr/>
          <a:lstStyle/>
          <a:p>
            <a:fld id="{1C5BF419-4BFC-4D4A-9999-55B12A96B1A3}" type="datetimeFigureOut">
              <a:rPr lang="en-US" smtClean="0"/>
              <a:t>5/20/2026</a:t>
            </a:fld>
            <a:endParaRPr lang="en-US"/>
          </a:p>
        </p:txBody>
      </p:sp>
      <p:sp>
        <p:nvSpPr>
          <p:cNvPr id="8" name="Footer Placeholder 7">
            <a:extLst>
              <a:ext uri="{FF2B5EF4-FFF2-40B4-BE49-F238E27FC236}">
                <a16:creationId xmlns:a16="http://schemas.microsoft.com/office/drawing/2014/main" id="{4D7F97EB-735B-C649-A0A2-889BE09BAC5D}"/>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81C50C40-8793-A131-B273-E8ECECB02128}"/>
              </a:ext>
            </a:extLst>
          </p:cNvPr>
          <p:cNvSpPr>
            <a:spLocks noGrp="1"/>
          </p:cNvSpPr>
          <p:nvPr>
            <p:ph type="sldNum" sz="quarter" idx="12"/>
          </p:nvPr>
        </p:nvSpPr>
        <p:spPr/>
        <p:txBody>
          <a:bodyPr/>
          <a:lstStyle/>
          <a:p>
            <a:fld id="{97EC0B56-A0B0-4EBE-A13E-4196398AD721}" type="slidenum">
              <a:rPr lang="en-US" smtClean="0"/>
              <a:t>‹#›</a:t>
            </a:fld>
            <a:endParaRPr lang="en-US"/>
          </a:p>
        </p:txBody>
      </p:sp>
    </p:spTree>
    <p:extLst>
      <p:ext uri="{BB962C8B-B14F-4D97-AF65-F5344CB8AC3E}">
        <p14:creationId xmlns:p14="http://schemas.microsoft.com/office/powerpoint/2010/main" val="42253007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7D559C-ACAC-449B-B1F9-8DC5C2AB810A}"/>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63A74D0-4F12-2D10-099B-34C83CA83E7E}"/>
              </a:ext>
            </a:extLst>
          </p:cNvPr>
          <p:cNvSpPr>
            <a:spLocks noGrp="1"/>
          </p:cNvSpPr>
          <p:nvPr>
            <p:ph type="dt" sz="half" idx="10"/>
          </p:nvPr>
        </p:nvSpPr>
        <p:spPr/>
        <p:txBody>
          <a:bodyPr/>
          <a:lstStyle/>
          <a:p>
            <a:fld id="{1C5BF419-4BFC-4D4A-9999-55B12A96B1A3}" type="datetimeFigureOut">
              <a:rPr lang="en-US" smtClean="0"/>
              <a:t>5/20/2026</a:t>
            </a:fld>
            <a:endParaRPr lang="en-US"/>
          </a:p>
        </p:txBody>
      </p:sp>
      <p:sp>
        <p:nvSpPr>
          <p:cNvPr id="4" name="Footer Placeholder 3">
            <a:extLst>
              <a:ext uri="{FF2B5EF4-FFF2-40B4-BE49-F238E27FC236}">
                <a16:creationId xmlns:a16="http://schemas.microsoft.com/office/drawing/2014/main" id="{C8E0A14E-19C3-52F9-0938-3A75B0E98F83}"/>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E00F645C-E011-32F9-89A8-B6E600FB21AC}"/>
              </a:ext>
            </a:extLst>
          </p:cNvPr>
          <p:cNvSpPr>
            <a:spLocks noGrp="1"/>
          </p:cNvSpPr>
          <p:nvPr>
            <p:ph type="sldNum" sz="quarter" idx="12"/>
          </p:nvPr>
        </p:nvSpPr>
        <p:spPr/>
        <p:txBody>
          <a:bodyPr/>
          <a:lstStyle/>
          <a:p>
            <a:fld id="{97EC0B56-A0B0-4EBE-A13E-4196398AD721}" type="slidenum">
              <a:rPr lang="en-US" smtClean="0"/>
              <a:t>‹#›</a:t>
            </a:fld>
            <a:endParaRPr lang="en-US"/>
          </a:p>
        </p:txBody>
      </p:sp>
    </p:spTree>
    <p:extLst>
      <p:ext uri="{BB962C8B-B14F-4D97-AF65-F5344CB8AC3E}">
        <p14:creationId xmlns:p14="http://schemas.microsoft.com/office/powerpoint/2010/main" val="3027192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155AE60-2865-BFF7-EA89-27CD08F83D66}"/>
              </a:ext>
            </a:extLst>
          </p:cNvPr>
          <p:cNvSpPr>
            <a:spLocks noGrp="1"/>
          </p:cNvSpPr>
          <p:nvPr>
            <p:ph type="dt" sz="half" idx="10"/>
          </p:nvPr>
        </p:nvSpPr>
        <p:spPr/>
        <p:txBody>
          <a:bodyPr/>
          <a:lstStyle/>
          <a:p>
            <a:fld id="{1C5BF419-4BFC-4D4A-9999-55B12A96B1A3}" type="datetimeFigureOut">
              <a:rPr lang="en-US" smtClean="0"/>
              <a:t>5/20/2026</a:t>
            </a:fld>
            <a:endParaRPr lang="en-US"/>
          </a:p>
        </p:txBody>
      </p:sp>
      <p:sp>
        <p:nvSpPr>
          <p:cNvPr id="3" name="Footer Placeholder 2">
            <a:extLst>
              <a:ext uri="{FF2B5EF4-FFF2-40B4-BE49-F238E27FC236}">
                <a16:creationId xmlns:a16="http://schemas.microsoft.com/office/drawing/2014/main" id="{A27A7D5A-52F3-5739-8C62-21B9CB86954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FBE3987-CB2C-BBA9-996A-7EBE5DCCA1EC}"/>
              </a:ext>
            </a:extLst>
          </p:cNvPr>
          <p:cNvSpPr>
            <a:spLocks noGrp="1"/>
          </p:cNvSpPr>
          <p:nvPr>
            <p:ph type="sldNum" sz="quarter" idx="12"/>
          </p:nvPr>
        </p:nvSpPr>
        <p:spPr/>
        <p:txBody>
          <a:bodyPr/>
          <a:lstStyle/>
          <a:p>
            <a:fld id="{97EC0B56-A0B0-4EBE-A13E-4196398AD721}" type="slidenum">
              <a:rPr lang="en-US" smtClean="0"/>
              <a:t>‹#›</a:t>
            </a:fld>
            <a:endParaRPr lang="en-US"/>
          </a:p>
        </p:txBody>
      </p:sp>
    </p:spTree>
    <p:extLst>
      <p:ext uri="{BB962C8B-B14F-4D97-AF65-F5344CB8AC3E}">
        <p14:creationId xmlns:p14="http://schemas.microsoft.com/office/powerpoint/2010/main" val="37275114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FC4D11-DB3E-7E3E-5C64-B16A991E15F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6EE4E96-134A-2AD9-DD31-B0555C752CB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6260BA2-59D5-69E2-E72C-BD2CF45E2C2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6DB804C-1A8A-C835-1862-E3454FD0D1D2}"/>
              </a:ext>
            </a:extLst>
          </p:cNvPr>
          <p:cNvSpPr>
            <a:spLocks noGrp="1"/>
          </p:cNvSpPr>
          <p:nvPr>
            <p:ph type="dt" sz="half" idx="10"/>
          </p:nvPr>
        </p:nvSpPr>
        <p:spPr/>
        <p:txBody>
          <a:bodyPr/>
          <a:lstStyle/>
          <a:p>
            <a:fld id="{1C5BF419-4BFC-4D4A-9999-55B12A96B1A3}" type="datetimeFigureOut">
              <a:rPr lang="en-US" smtClean="0"/>
              <a:t>5/20/2026</a:t>
            </a:fld>
            <a:endParaRPr lang="en-US"/>
          </a:p>
        </p:txBody>
      </p:sp>
      <p:sp>
        <p:nvSpPr>
          <p:cNvPr id="6" name="Footer Placeholder 5">
            <a:extLst>
              <a:ext uri="{FF2B5EF4-FFF2-40B4-BE49-F238E27FC236}">
                <a16:creationId xmlns:a16="http://schemas.microsoft.com/office/drawing/2014/main" id="{0C921956-D631-7083-44A0-99BEFBF5ECD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96DDC0F-6943-BAFD-08A5-117A458C1E26}"/>
              </a:ext>
            </a:extLst>
          </p:cNvPr>
          <p:cNvSpPr>
            <a:spLocks noGrp="1"/>
          </p:cNvSpPr>
          <p:nvPr>
            <p:ph type="sldNum" sz="quarter" idx="12"/>
          </p:nvPr>
        </p:nvSpPr>
        <p:spPr/>
        <p:txBody>
          <a:bodyPr/>
          <a:lstStyle/>
          <a:p>
            <a:fld id="{97EC0B56-A0B0-4EBE-A13E-4196398AD721}" type="slidenum">
              <a:rPr lang="en-US" smtClean="0"/>
              <a:t>‹#›</a:t>
            </a:fld>
            <a:endParaRPr lang="en-US"/>
          </a:p>
        </p:txBody>
      </p:sp>
    </p:spTree>
    <p:extLst>
      <p:ext uri="{BB962C8B-B14F-4D97-AF65-F5344CB8AC3E}">
        <p14:creationId xmlns:p14="http://schemas.microsoft.com/office/powerpoint/2010/main" val="5168282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0FA141-798F-C7AF-7F04-56CA517F51D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F589D64-B238-5861-D21F-9E1CBBD403B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49C966D7-76AB-4139-98D3-7C431521D9A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553BAF7-F962-1DB0-D6CA-21F23AECDA24}"/>
              </a:ext>
            </a:extLst>
          </p:cNvPr>
          <p:cNvSpPr>
            <a:spLocks noGrp="1"/>
          </p:cNvSpPr>
          <p:nvPr>
            <p:ph type="dt" sz="half" idx="10"/>
          </p:nvPr>
        </p:nvSpPr>
        <p:spPr/>
        <p:txBody>
          <a:bodyPr/>
          <a:lstStyle/>
          <a:p>
            <a:fld id="{1C5BF419-4BFC-4D4A-9999-55B12A96B1A3}" type="datetimeFigureOut">
              <a:rPr lang="en-US" smtClean="0"/>
              <a:t>5/20/2026</a:t>
            </a:fld>
            <a:endParaRPr lang="en-US"/>
          </a:p>
        </p:txBody>
      </p:sp>
      <p:sp>
        <p:nvSpPr>
          <p:cNvPr id="6" name="Footer Placeholder 5">
            <a:extLst>
              <a:ext uri="{FF2B5EF4-FFF2-40B4-BE49-F238E27FC236}">
                <a16:creationId xmlns:a16="http://schemas.microsoft.com/office/drawing/2014/main" id="{7E6131F0-336E-0C42-01C8-4DF1F167C35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00362FC-407C-B227-A8A6-D0DB3C8A124F}"/>
              </a:ext>
            </a:extLst>
          </p:cNvPr>
          <p:cNvSpPr>
            <a:spLocks noGrp="1"/>
          </p:cNvSpPr>
          <p:nvPr>
            <p:ph type="sldNum" sz="quarter" idx="12"/>
          </p:nvPr>
        </p:nvSpPr>
        <p:spPr/>
        <p:txBody>
          <a:bodyPr/>
          <a:lstStyle/>
          <a:p>
            <a:fld id="{97EC0B56-A0B0-4EBE-A13E-4196398AD721}" type="slidenum">
              <a:rPr lang="en-US" smtClean="0"/>
              <a:t>‹#›</a:t>
            </a:fld>
            <a:endParaRPr lang="en-US"/>
          </a:p>
        </p:txBody>
      </p:sp>
    </p:spTree>
    <p:extLst>
      <p:ext uri="{BB962C8B-B14F-4D97-AF65-F5344CB8AC3E}">
        <p14:creationId xmlns:p14="http://schemas.microsoft.com/office/powerpoint/2010/main" val="351550685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3E2924-DBEF-A05E-8F35-9499051BE14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8E7D693-8D5F-7B35-0D7E-E7074BFD5F6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173DDD8-BDDF-5FE3-5519-6CCA7646A8DE}"/>
              </a:ext>
            </a:extLst>
          </p:cNvPr>
          <p:cNvSpPr>
            <a:spLocks noGrp="1"/>
          </p:cNvSpPr>
          <p:nvPr>
            <p:ph type="dt" sz="half" idx="10"/>
          </p:nvPr>
        </p:nvSpPr>
        <p:spPr/>
        <p:txBody>
          <a:bodyPr/>
          <a:lstStyle/>
          <a:p>
            <a:fld id="{1C5BF419-4BFC-4D4A-9999-55B12A96B1A3}" type="datetimeFigureOut">
              <a:rPr lang="en-US" smtClean="0"/>
              <a:t>5/20/2026</a:t>
            </a:fld>
            <a:endParaRPr lang="en-US"/>
          </a:p>
        </p:txBody>
      </p:sp>
      <p:sp>
        <p:nvSpPr>
          <p:cNvPr id="5" name="Footer Placeholder 4">
            <a:extLst>
              <a:ext uri="{FF2B5EF4-FFF2-40B4-BE49-F238E27FC236}">
                <a16:creationId xmlns:a16="http://schemas.microsoft.com/office/drawing/2014/main" id="{A5DB8810-37F8-F1F0-D24A-2F1E6A5B7D5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DD663D9-88FA-A46A-DD9B-C18EFF5F984E}"/>
              </a:ext>
            </a:extLst>
          </p:cNvPr>
          <p:cNvSpPr>
            <a:spLocks noGrp="1"/>
          </p:cNvSpPr>
          <p:nvPr>
            <p:ph type="sldNum" sz="quarter" idx="12"/>
          </p:nvPr>
        </p:nvSpPr>
        <p:spPr/>
        <p:txBody>
          <a:bodyPr/>
          <a:lstStyle/>
          <a:p>
            <a:fld id="{97EC0B56-A0B0-4EBE-A13E-4196398AD721}" type="slidenum">
              <a:rPr lang="en-US" smtClean="0"/>
              <a:t>‹#›</a:t>
            </a:fld>
            <a:endParaRPr lang="en-US"/>
          </a:p>
        </p:txBody>
      </p:sp>
    </p:spTree>
    <p:extLst>
      <p:ext uri="{BB962C8B-B14F-4D97-AF65-F5344CB8AC3E}">
        <p14:creationId xmlns:p14="http://schemas.microsoft.com/office/powerpoint/2010/main" val="40150123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174B1FF-12F9-6637-CFF1-CDC030772B0F}"/>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7A0CBDE-8C37-06C7-C2C1-471AA8F9B75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78A28CE-FE81-96C0-4F8A-8AE19BE41CD1}"/>
              </a:ext>
            </a:extLst>
          </p:cNvPr>
          <p:cNvSpPr>
            <a:spLocks noGrp="1"/>
          </p:cNvSpPr>
          <p:nvPr>
            <p:ph type="dt" sz="half" idx="10"/>
          </p:nvPr>
        </p:nvSpPr>
        <p:spPr/>
        <p:txBody>
          <a:bodyPr/>
          <a:lstStyle/>
          <a:p>
            <a:fld id="{1C5BF419-4BFC-4D4A-9999-55B12A96B1A3}" type="datetimeFigureOut">
              <a:rPr lang="en-US" smtClean="0"/>
              <a:t>5/20/2026</a:t>
            </a:fld>
            <a:endParaRPr lang="en-US"/>
          </a:p>
        </p:txBody>
      </p:sp>
      <p:sp>
        <p:nvSpPr>
          <p:cNvPr id="5" name="Footer Placeholder 4">
            <a:extLst>
              <a:ext uri="{FF2B5EF4-FFF2-40B4-BE49-F238E27FC236}">
                <a16:creationId xmlns:a16="http://schemas.microsoft.com/office/drawing/2014/main" id="{D499AF4E-0A11-C967-0784-770E1DFC727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3B4E662-22A0-7CCF-6865-8D6406A9D717}"/>
              </a:ext>
            </a:extLst>
          </p:cNvPr>
          <p:cNvSpPr>
            <a:spLocks noGrp="1"/>
          </p:cNvSpPr>
          <p:nvPr>
            <p:ph type="sldNum" sz="quarter" idx="12"/>
          </p:nvPr>
        </p:nvSpPr>
        <p:spPr/>
        <p:txBody>
          <a:bodyPr/>
          <a:lstStyle/>
          <a:p>
            <a:fld id="{97EC0B56-A0B0-4EBE-A13E-4196398AD721}" type="slidenum">
              <a:rPr lang="en-US" smtClean="0"/>
              <a:t>‹#›</a:t>
            </a:fld>
            <a:endParaRPr lang="en-US"/>
          </a:p>
        </p:txBody>
      </p:sp>
    </p:spTree>
    <p:extLst>
      <p:ext uri="{BB962C8B-B14F-4D97-AF65-F5344CB8AC3E}">
        <p14:creationId xmlns:p14="http://schemas.microsoft.com/office/powerpoint/2010/main" val="280338554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37FC22A-44D0-4B66-5E2D-001E065EB08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053339B-8DD8-FD2C-25C5-283AF48BC47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4B090BA-7C8D-5891-9198-51AEC2D1CA6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C5BF419-4BFC-4D4A-9999-55B12A96B1A3}" type="datetimeFigureOut">
              <a:rPr lang="en-US" smtClean="0"/>
              <a:t>5/20/2026</a:t>
            </a:fld>
            <a:endParaRPr lang="en-US"/>
          </a:p>
        </p:txBody>
      </p:sp>
      <p:sp>
        <p:nvSpPr>
          <p:cNvPr id="5" name="Footer Placeholder 4">
            <a:extLst>
              <a:ext uri="{FF2B5EF4-FFF2-40B4-BE49-F238E27FC236}">
                <a16:creationId xmlns:a16="http://schemas.microsoft.com/office/drawing/2014/main" id="{782807E3-7668-38E1-CEF3-CE0D5DCEB88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43A7F7AB-F415-C1F9-B4A6-CAEC677B1C4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7EC0B56-A0B0-4EBE-A13E-4196398AD721}" type="slidenum">
              <a:rPr lang="en-US" smtClean="0"/>
              <a:t>‹#›</a:t>
            </a:fld>
            <a:endParaRPr lang="en-US"/>
          </a:p>
        </p:txBody>
      </p:sp>
    </p:spTree>
    <p:extLst>
      <p:ext uri="{BB962C8B-B14F-4D97-AF65-F5344CB8AC3E}">
        <p14:creationId xmlns:p14="http://schemas.microsoft.com/office/powerpoint/2010/main" val="344640155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1.jpg"/><Relationship Id="rId4" Type="http://schemas.openxmlformats.org/officeDocument/2006/relationships/hyperlink" Target="https://tekhdecoded.com/robots-and-ai-are-they-todays-new-service-workers/" TargetMode="External"/><Relationship Id="rId5" Type="http://schemas.openxmlformats.org/officeDocument/2006/relationships/hyperlink" Target="https://creativecommons.org/licenses/by-nc-sa/3.0/"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 Id="rId3"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png"/><Relationship Id="rId3" Type="http://schemas.openxmlformats.org/officeDocument/2006/relationships/image" Target="../media/image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diagramData" Target="../diagrams/data1.xml"/><Relationship Id="rId3" Type="http://schemas.openxmlformats.org/officeDocument/2006/relationships/diagramLayout" Target="../diagrams/layout1.xml"/><Relationship Id="rId4" Type="http://schemas.openxmlformats.org/officeDocument/2006/relationships/diagramQuickStyle" Target="../diagrams/quickStyle1.xml"/><Relationship Id="rId5" Type="http://schemas.openxmlformats.org/officeDocument/2006/relationships/diagramColors" Target="../diagrams/colors1.xml"/><Relationship Id="rId6" Type="http://schemas.microsoft.com/office/2007/relationships/diagramDrawing" Target="../diagrams/drawing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3B97ABD-AAAF-50B7-AEA3-CB9B4E26CD0E}"/>
            </a:ext>
          </a:extLst>
        </p:cNvPr>
        <p:cNvGrpSpPr/>
        <p:nvPr/>
      </p:nvGrpSpPr>
      <p:grpSpPr>
        <a:xfrm>
          <a:off x="0" y="0"/>
          <a:ext cx="0" cy="0"/>
          <a:chOff x="0" y="0"/>
          <a:chExt cx="0" cy="0"/>
        </a:xfrm>
      </p:grpSpPr>
      <p:sp useBgFill="1">
        <p:nvSpPr>
          <p:cNvPr id="189" name="Rectangle 188">
            <a:extLst>
              <a:ext uri="{FF2B5EF4-FFF2-40B4-BE49-F238E27FC236}">
                <a16:creationId xmlns:a16="http://schemas.microsoft.com/office/drawing/2014/main" id="{0671A8AE-40A1-4631-A6B8-581AFF0654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robot touching a screen&#10;&#10;AI-generated content may be incorrect.">
            <a:extLst>
              <a:ext uri="{FF2B5EF4-FFF2-40B4-BE49-F238E27FC236}">
                <a16:creationId xmlns:a16="http://schemas.microsoft.com/office/drawing/2014/main" id="{37F64D3F-37D7-5093-AC42-C8D13A8FE4B5}"/>
              </a:ext>
            </a:extLst>
          </p:cNvPr>
          <p:cNvPicPr>
            <a:picLocks noChangeAspect="1"/>
          </p:cNvPicPr>
          <p:nvPr/>
        </p:nvPicPr>
        <p:blipFill>
          <a:blip r:embed="rId3">
            <a:extLst>
              <a:ext uri="{28A0092B-C50C-407E-A947-70E740481C1C}">
                <a14:useLocalDpi xmlns:a14="http://schemas.microsoft.com/office/drawing/2010/main" val="0"/>
              </a:ext>
              <a:ext uri="{837473B0-CC2E-450A-ABE3-18F120FF3D39}">
                <a1611:picAttrSrcUrl xmlns:a1611="http://schemas.microsoft.com/office/drawing/2016/11/main" r:id="rId4"/>
              </a:ext>
            </a:extLst>
          </a:blip>
          <a:srcRect l="19447" t="229" r="14976" b="1"/>
          <a:stretch>
            <a:fillRect/>
          </a:stretch>
        </p:blipFill>
        <p:spPr>
          <a:xfrm>
            <a:off x="3523488" y="10"/>
            <a:ext cx="8668512" cy="6857990"/>
          </a:xfrm>
          <a:prstGeom prst="rect">
            <a:avLst/>
          </a:prstGeom>
        </p:spPr>
      </p:pic>
      <p:sp>
        <p:nvSpPr>
          <p:cNvPr id="178" name="Rectangle 177">
            <a:extLst>
              <a:ext uri="{FF2B5EF4-FFF2-40B4-BE49-F238E27FC236}">
                <a16:creationId xmlns:a16="http://schemas.microsoft.com/office/drawing/2014/main" id="{AB58EF07-17C2-48CF-ABB0-EEF1F17CB8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 y="0"/>
            <a:ext cx="9339206" cy="6858000"/>
          </a:xfrm>
          <a:prstGeom prst="rect">
            <a:avLst/>
          </a:prstGeom>
          <a:gradFill>
            <a:gsLst>
              <a:gs pos="58000">
                <a:schemeClr val="tx1"/>
              </a:gs>
              <a:gs pos="33000">
                <a:schemeClr val="tx1">
                  <a:alpha val="64000"/>
                </a:schemeClr>
              </a:gs>
              <a:gs pos="0">
                <a:schemeClr val="tx1">
                  <a:alpha val="0"/>
                </a:schemeClr>
              </a:gs>
              <a:gs pos="100000">
                <a:schemeClr val="tx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Title 1" descr="Title slide - Current &quot;AI&quot; Focused Opportunities as of October 15th">
            <a:extLst>
              <a:ext uri="{FF2B5EF4-FFF2-40B4-BE49-F238E27FC236}">
                <a16:creationId xmlns:a16="http://schemas.microsoft.com/office/drawing/2014/main" id="{4BA561E1-47D0-A8A8-5B43-71DAF9D38692}"/>
              </a:ext>
            </a:extLst>
          </p:cNvPr>
          <p:cNvSpPr>
            <a:spLocks noGrp="1"/>
          </p:cNvSpPr>
          <p:nvPr>
            <p:ph type="title"/>
          </p:nvPr>
        </p:nvSpPr>
        <p:spPr>
          <a:xfrm>
            <a:off x="477981" y="1122363"/>
            <a:ext cx="4023360" cy="3204134"/>
          </a:xfrm>
        </p:spPr>
        <p:txBody>
          <a:bodyPr vert="horz" lIns="91440" tIns="45720" rIns="91440" bIns="45720" rtlCol="0" anchor="b">
            <a:normAutofit/>
          </a:bodyPr>
          <a:lstStyle/>
          <a:p>
            <a:r>
              <a:rPr lang="en-US" dirty="0">
                <a:solidFill>
                  <a:schemeClr val="bg1"/>
                </a:solidFill>
              </a:rPr>
              <a:t> “AI” Focused Job Opportunities</a:t>
            </a:r>
            <a:br>
              <a:rPr lang="en-US" dirty="0">
                <a:solidFill>
                  <a:schemeClr val="bg1"/>
                </a:solidFill>
              </a:rPr>
            </a:br>
            <a:r>
              <a:rPr lang="en-US" dirty="0">
                <a:solidFill>
                  <a:schemeClr val="bg1"/>
                </a:solidFill>
              </a:rPr>
              <a:t>as of 05.19.2026</a:t>
            </a:r>
          </a:p>
        </p:txBody>
      </p:sp>
      <p:sp>
        <p:nvSpPr>
          <p:cNvPr id="180" name="Rectangle 179">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9921" y="346791"/>
            <a:ext cx="146304"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82" name="Rectangle 181">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029" y="4546920"/>
            <a:ext cx="3977640" cy="18288"/>
          </a:xfrm>
          <a:prstGeom prst="rect">
            <a:avLst/>
          </a:prstGeom>
          <a:solidFill>
            <a:schemeClr val="tx1"/>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 name="TextBox 5">
            <a:extLst>
              <a:ext uri="{FF2B5EF4-FFF2-40B4-BE49-F238E27FC236}">
                <a16:creationId xmlns:a16="http://schemas.microsoft.com/office/drawing/2014/main" id="{8B29C9CF-59E4-57AF-2C5A-98666B6C315F}"/>
              </a:ext>
            </a:extLst>
          </p:cNvPr>
          <p:cNvSpPr txBox="1"/>
          <p:nvPr/>
        </p:nvSpPr>
        <p:spPr>
          <a:xfrm>
            <a:off x="9602830" y="6657945"/>
            <a:ext cx="2589170" cy="200055"/>
          </a:xfrm>
          <a:prstGeom prst="rect">
            <a:avLst/>
          </a:prstGeom>
          <a:solidFill>
            <a:srgbClr val="000000"/>
          </a:solidFill>
        </p:spPr>
        <p:txBody>
          <a:bodyPr wrap="none" rtlCol="0">
            <a:spAutoFit/>
          </a:bodyPr>
          <a:lstStyle/>
          <a:p>
            <a:pPr algn="r">
              <a:spcAft>
                <a:spcPts val="600"/>
              </a:spcAft>
            </a:pPr>
            <a:r>
              <a:rPr lang="en-US" sz="700">
                <a:solidFill>
                  <a:srgbClr val="FFFFFF"/>
                </a:solidFill>
                <a:hlinkClick r:id="rId4" tooltip="https://tekhdecoded.com/robots-and-ai-are-they-todays-new-service-workers/">
                  <a:extLst>
                    <a:ext uri="{A12FA001-AC4F-418D-AE19-62706E023703}">
                      <ahyp:hlinkClr xmlns:ahyp="http://schemas.microsoft.com/office/drawing/2018/hyperlinkcolor" val="tx"/>
                    </a:ext>
                  </a:extLst>
                </a:hlinkClick>
              </a:rPr>
              <a:t>This Photo</a:t>
            </a:r>
            <a:r>
              <a:rPr lang="en-US" sz="700">
                <a:solidFill>
                  <a:srgbClr val="FFFFFF"/>
                </a:solidFill>
              </a:rPr>
              <a:t> by Unknown Author is licensed under </a:t>
            </a:r>
            <a:r>
              <a:rPr lang="en-US" sz="700">
                <a:solidFill>
                  <a:srgbClr val="FFFFFF"/>
                </a:solidFill>
                <a:hlinkClick r:id="rId5" tooltip="https://creativecommons.org/licenses/by-nc-sa/3.0/">
                  <a:extLst>
                    <a:ext uri="{A12FA001-AC4F-418D-AE19-62706E023703}">
                      <ahyp:hlinkClr xmlns:ahyp="http://schemas.microsoft.com/office/drawing/2018/hyperlinkcolor" val="tx"/>
                    </a:ext>
                  </a:extLst>
                </a:hlinkClick>
              </a:rPr>
              <a:t>CC BY-SA-NC</a:t>
            </a:r>
            <a:endParaRPr lang="en-US" sz="700">
              <a:solidFill>
                <a:srgbClr val="FFFFFF"/>
              </a:solidFill>
            </a:endParaRPr>
          </a:p>
        </p:txBody>
      </p:sp>
    </p:spTree>
    <p:extLst>
      <p:ext uri="{BB962C8B-B14F-4D97-AF65-F5344CB8AC3E}">
        <p14:creationId xmlns:p14="http://schemas.microsoft.com/office/powerpoint/2010/main" val="11385378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9"/>
                                        </p:tgtEl>
                                        <p:attrNameLst>
                                          <p:attrName>style.visibility</p:attrName>
                                        </p:attrNameLst>
                                      </p:cBhvr>
                                      <p:to>
                                        <p:strVal val="visible"/>
                                      </p:to>
                                    </p:set>
                                    <p:animEffect transition="in" filter="fade">
                                      <p:cBhvr>
                                        <p:cTn id="7" dur="7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A7AE9375-4664-4DB2-922D-2782A6E439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 name="Title 1" descr="Slide title - Data Aggregation Process">
            <a:extLst>
              <a:ext uri="{FF2B5EF4-FFF2-40B4-BE49-F238E27FC236}">
                <a16:creationId xmlns:a16="http://schemas.microsoft.com/office/drawing/2014/main" id="{DE66D483-C97C-BEC7-B30A-DC00904BF2B7}"/>
              </a:ext>
            </a:extLst>
          </p:cNvPr>
          <p:cNvSpPr>
            <a:spLocks noGrp="1"/>
          </p:cNvSpPr>
          <p:nvPr>
            <p:ph type="title"/>
          </p:nvPr>
        </p:nvSpPr>
        <p:spPr>
          <a:xfrm>
            <a:off x="838200" y="669925"/>
            <a:ext cx="4508946" cy="1325563"/>
          </a:xfrm>
        </p:spPr>
        <p:txBody>
          <a:bodyPr anchor="b">
            <a:normAutofit/>
          </a:bodyPr>
          <a:lstStyle/>
          <a:p>
            <a:pPr algn="r"/>
            <a:r>
              <a:rPr lang="en-US">
                <a:solidFill>
                  <a:schemeClr val="bg1"/>
                </a:solidFill>
              </a:rPr>
              <a:t>Data Aggregation Process </a:t>
            </a:r>
            <a:endParaRPr lang="en-US" dirty="0">
              <a:solidFill>
                <a:schemeClr val="bg1"/>
              </a:solidFill>
            </a:endParaRPr>
          </a:p>
        </p:txBody>
      </p:sp>
      <p:cxnSp>
        <p:nvCxnSpPr>
          <p:cNvPr id="19" name="Straight Connector 18">
            <a:extLst>
              <a:ext uri="{FF2B5EF4-FFF2-40B4-BE49-F238E27FC236}">
                <a16:creationId xmlns:a16="http://schemas.microsoft.com/office/drawing/2014/main" id="{EE504C98-6397-41C1-A8D8-2D9C4ED307E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126210" y="2026340"/>
            <a:ext cx="5220936"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3" name="Content Placeholder 2" descr="Outlines my data aggregation process">
            <a:extLst>
              <a:ext uri="{FF2B5EF4-FFF2-40B4-BE49-F238E27FC236}">
                <a16:creationId xmlns:a16="http://schemas.microsoft.com/office/drawing/2014/main" id="{519631B0-5A60-2E69-CB4F-C36AED9CED4C}"/>
              </a:ext>
            </a:extLst>
          </p:cNvPr>
          <p:cNvSpPr>
            <a:spLocks noGrp="1"/>
          </p:cNvSpPr>
          <p:nvPr>
            <p:ph idx="1"/>
          </p:nvPr>
        </p:nvSpPr>
        <p:spPr>
          <a:xfrm>
            <a:off x="1392667" y="2398957"/>
            <a:ext cx="9406666" cy="3526144"/>
          </a:xfrm>
        </p:spPr>
        <p:txBody>
          <a:bodyPr>
            <a:normAutofit/>
          </a:bodyPr>
          <a:lstStyle/>
          <a:p>
            <a:r>
              <a:rPr lang="en-US" sz="1600" dirty="0">
                <a:solidFill>
                  <a:schemeClr val="bg1"/>
                </a:solidFill>
              </a:rPr>
              <a:t>All data comes from the LinkedIn Jobs search tool.</a:t>
            </a:r>
          </a:p>
          <a:p>
            <a:r>
              <a:rPr lang="en-US" sz="1600" dirty="0">
                <a:solidFill>
                  <a:schemeClr val="bg1"/>
                </a:solidFill>
              </a:rPr>
              <a:t>Data includes information on Global open roles.</a:t>
            </a:r>
          </a:p>
          <a:p>
            <a:r>
              <a:rPr lang="en-US" sz="1600" dirty="0">
                <a:solidFill>
                  <a:schemeClr val="bg1"/>
                </a:solidFill>
              </a:rPr>
              <a:t>Searches are based on keyword “AI”. This does not include a search using the key word AI ( without quotes). </a:t>
            </a:r>
          </a:p>
          <a:p>
            <a:pPr lvl="1"/>
            <a:r>
              <a:rPr lang="en-US" sz="1600" dirty="0">
                <a:solidFill>
                  <a:schemeClr val="bg1"/>
                </a:solidFill>
              </a:rPr>
              <a:t>“AI” searches render a smaller number of open roles compared to searches using AI. </a:t>
            </a:r>
          </a:p>
          <a:p>
            <a:pPr lvl="1"/>
            <a:r>
              <a:rPr lang="en-US" sz="1600" dirty="0">
                <a:solidFill>
                  <a:schemeClr val="bg1"/>
                </a:solidFill>
              </a:rPr>
              <a:t>Reasons –</a:t>
            </a:r>
          </a:p>
          <a:p>
            <a:pPr lvl="2"/>
            <a:r>
              <a:rPr lang="en-US" sz="1600" dirty="0">
                <a:solidFill>
                  <a:schemeClr val="bg1"/>
                </a:solidFill>
              </a:rPr>
              <a:t>“AI” with quotes: This is likely treated as an exact phrase search. The search engine looks for job postings that contain the exact term “AI” in the same order, without any variations. This can limit the results to those that match the phrase precisely.</a:t>
            </a:r>
          </a:p>
          <a:p>
            <a:pPr lvl="2"/>
            <a:r>
              <a:rPr lang="en-US" sz="1600" dirty="0">
                <a:solidFill>
                  <a:schemeClr val="bg1"/>
                </a:solidFill>
              </a:rPr>
              <a:t>AI without quotes: This search is more flexible. The search engine may include job postings that contain the term AI, but also variations of the term, related phrases, or even synonyms that the algorithm considers relevant. This can significantly increase the number of results because it’s not restricted to the exact phrase.</a:t>
            </a:r>
          </a:p>
          <a:p>
            <a:pPr marL="914400" lvl="2" indent="0">
              <a:buNone/>
            </a:pPr>
            <a:endParaRPr lang="en-US" sz="1600" dirty="0">
              <a:solidFill>
                <a:schemeClr val="bg1"/>
              </a:solidFill>
            </a:endParaRPr>
          </a:p>
          <a:p>
            <a:pPr lvl="2"/>
            <a:endParaRPr lang="en-US" sz="1600" dirty="0">
              <a:solidFill>
                <a:schemeClr val="bg1"/>
              </a:solidFill>
            </a:endParaRPr>
          </a:p>
          <a:p>
            <a:endParaRPr lang="en-US" sz="1600" dirty="0">
              <a:solidFill>
                <a:schemeClr val="bg1"/>
              </a:solidFill>
            </a:endParaRPr>
          </a:p>
        </p:txBody>
      </p:sp>
      <p:sp>
        <p:nvSpPr>
          <p:cNvPr id="21" name="Rectangle 20">
            <a:extLst>
              <a:ext uri="{FF2B5EF4-FFF2-40B4-BE49-F238E27FC236}">
                <a16:creationId xmlns:a16="http://schemas.microsoft.com/office/drawing/2014/main" id="{9DD005C1-8C51-42D6-9BEE-B9B8384974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26206" y="115193"/>
            <a:ext cx="11939588" cy="6627614"/>
          </a:xfrm>
          <a:prstGeom prst="rect">
            <a:avLst/>
          </a:prstGeom>
          <a:noFill/>
          <a:ln w="127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6562754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2DF696F-9AF8-4FC7-912E-7D36B25DFA83}"/>
            </a:ext>
          </a:extLst>
        </p:cNvPr>
        <p:cNvGrpSpPr/>
        <p:nvPr/>
      </p:nvGrpSpPr>
      <p:grpSpPr>
        <a:xfrm>
          <a:off x="0" y="0"/>
          <a:ext cx="0" cy="0"/>
          <a:chOff x="0" y="0"/>
          <a:chExt cx="0" cy="0"/>
        </a:xfrm>
      </p:grpSpPr>
      <p:sp useBgFill="1">
        <p:nvSpPr>
          <p:cNvPr id="29" name="Rectangle 28">
            <a:extLst>
              <a:ext uri="{FF2B5EF4-FFF2-40B4-BE49-F238E27FC236}">
                <a16:creationId xmlns:a16="http://schemas.microsoft.com/office/drawing/2014/main" id="{1AE5BFF7-3788-C5E2-F110-E3CB750C914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Freeform: Shape 29">
            <a:extLst>
              <a:ext uri="{FF2B5EF4-FFF2-40B4-BE49-F238E27FC236}">
                <a16:creationId xmlns:a16="http://schemas.microsoft.com/office/drawing/2014/main" id="{F67B7A9E-D585-7B0E-BE59-5FF47703A5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1766176" cy="2061837"/>
          </a:xfrm>
          <a:custGeom>
            <a:avLst/>
            <a:gdLst>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13657 w 10768629"/>
              <a:gd name="connsiteY144" fmla="*/ 1730706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40853 w 10768629"/>
              <a:gd name="connsiteY141" fmla="*/ 1657958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232341 w 10768629"/>
              <a:gd name="connsiteY179" fmla="*/ 1785942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232341 w 10768629"/>
              <a:gd name="connsiteY179" fmla="*/ 1785942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9462 w 10768629"/>
              <a:gd name="connsiteY48" fmla="*/ 987106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0257 w 10768629"/>
              <a:gd name="connsiteY182" fmla="*/ 1789615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84330 h 1978172"/>
              <a:gd name="connsiteX182" fmla="*/ 1120257 w 10768629"/>
              <a:gd name="connsiteY182" fmla="*/ 1789615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Lst>
            <a:rect l="l" t="t" r="r" b="b"/>
            <a:pathLst>
              <a:path w="10768629" h="1978172">
                <a:moveTo>
                  <a:pt x="0" y="0"/>
                </a:moveTo>
                <a:lnTo>
                  <a:pt x="10768629" y="0"/>
                </a:lnTo>
                <a:lnTo>
                  <a:pt x="10733254" y="31439"/>
                </a:lnTo>
                <a:lnTo>
                  <a:pt x="10727085" y="37910"/>
                </a:lnTo>
                <a:cubicBezTo>
                  <a:pt x="10712973" y="56080"/>
                  <a:pt x="10699457" y="78430"/>
                  <a:pt x="10675953" y="68623"/>
                </a:cubicBezTo>
                <a:cubicBezTo>
                  <a:pt x="10685972" y="89202"/>
                  <a:pt x="10641629" y="69781"/>
                  <a:pt x="10637091" y="90361"/>
                </a:cubicBezTo>
                <a:cubicBezTo>
                  <a:pt x="10635214" y="107005"/>
                  <a:pt x="10621323" y="104993"/>
                  <a:pt x="10610971" y="110764"/>
                </a:cubicBezTo>
                <a:cubicBezTo>
                  <a:pt x="10603980" y="127568"/>
                  <a:pt x="10551417" y="141180"/>
                  <a:pt x="10532872" y="138028"/>
                </a:cubicBezTo>
                <a:cubicBezTo>
                  <a:pt x="10480300" y="119072"/>
                  <a:pt x="10440532" y="186296"/>
                  <a:pt x="10398558" y="172911"/>
                </a:cubicBezTo>
                <a:cubicBezTo>
                  <a:pt x="10387708" y="174114"/>
                  <a:pt x="10378792" y="177646"/>
                  <a:pt x="10371128" y="182609"/>
                </a:cubicBezTo>
                <a:lnTo>
                  <a:pt x="10352178" y="199976"/>
                </a:lnTo>
                <a:lnTo>
                  <a:pt x="10351815" y="211879"/>
                </a:lnTo>
                <a:lnTo>
                  <a:pt x="10337471" y="218661"/>
                </a:lnTo>
                <a:lnTo>
                  <a:pt x="10334625" y="222351"/>
                </a:lnTo>
                <a:cubicBezTo>
                  <a:pt x="10321108" y="225227"/>
                  <a:pt x="10278615" y="228401"/>
                  <a:pt x="10256365" y="235917"/>
                </a:cubicBezTo>
                <a:cubicBezTo>
                  <a:pt x="10218136" y="258033"/>
                  <a:pt x="10224552" y="209685"/>
                  <a:pt x="10201127" y="267448"/>
                </a:cubicBezTo>
                <a:cubicBezTo>
                  <a:pt x="10121320" y="273476"/>
                  <a:pt x="10040763" y="345580"/>
                  <a:pt x="9961218" y="326720"/>
                </a:cubicBezTo>
                <a:cubicBezTo>
                  <a:pt x="9980173" y="341621"/>
                  <a:pt x="9883038" y="318484"/>
                  <a:pt x="9859715" y="355698"/>
                </a:cubicBezTo>
                <a:cubicBezTo>
                  <a:pt x="9812822" y="367758"/>
                  <a:pt x="9752089" y="383830"/>
                  <a:pt x="9679867" y="399081"/>
                </a:cubicBezTo>
                <a:cubicBezTo>
                  <a:pt x="9618357" y="415668"/>
                  <a:pt x="9525492" y="446315"/>
                  <a:pt x="9490654" y="455225"/>
                </a:cubicBezTo>
                <a:lnTo>
                  <a:pt x="9470837" y="452539"/>
                </a:lnTo>
                <a:lnTo>
                  <a:pt x="9469082" y="454891"/>
                </a:lnTo>
                <a:cubicBezTo>
                  <a:pt x="9460057" y="461184"/>
                  <a:pt x="9453495" y="461729"/>
                  <a:pt x="9448038" y="459733"/>
                </a:cubicBezTo>
                <a:lnTo>
                  <a:pt x="9396821" y="455795"/>
                </a:lnTo>
                <a:lnTo>
                  <a:pt x="9392197" y="459796"/>
                </a:lnTo>
                <a:lnTo>
                  <a:pt x="9347994" y="464462"/>
                </a:lnTo>
                <a:cubicBezTo>
                  <a:pt x="9347959" y="465155"/>
                  <a:pt x="9347925" y="465846"/>
                  <a:pt x="9347889" y="466539"/>
                </a:cubicBezTo>
                <a:cubicBezTo>
                  <a:pt x="9346648" y="471307"/>
                  <a:pt x="9343831" y="475025"/>
                  <a:pt x="9337639" y="476654"/>
                </a:cubicBezTo>
                <a:cubicBezTo>
                  <a:pt x="9354547" y="503661"/>
                  <a:pt x="9307720" y="510631"/>
                  <a:pt x="9287964" y="513052"/>
                </a:cubicBezTo>
                <a:cubicBezTo>
                  <a:pt x="9269905" y="526173"/>
                  <a:pt x="9245386" y="544358"/>
                  <a:pt x="9229283" y="555377"/>
                </a:cubicBezTo>
                <a:lnTo>
                  <a:pt x="9220274" y="557502"/>
                </a:lnTo>
                <a:cubicBezTo>
                  <a:pt x="9220250" y="557668"/>
                  <a:pt x="9220226" y="557835"/>
                  <a:pt x="9220202" y="558001"/>
                </a:cubicBezTo>
                <a:cubicBezTo>
                  <a:pt x="9218468" y="559434"/>
                  <a:pt x="9215591" y="560497"/>
                  <a:pt x="9210908" y="561147"/>
                </a:cubicBezTo>
                <a:lnTo>
                  <a:pt x="9186374" y="565502"/>
                </a:lnTo>
                <a:lnTo>
                  <a:pt x="9181058" y="569943"/>
                </a:lnTo>
                <a:lnTo>
                  <a:pt x="9167549" y="584727"/>
                </a:lnTo>
                <a:lnTo>
                  <a:pt x="9149110" y="598906"/>
                </a:lnTo>
                <a:cubicBezTo>
                  <a:pt x="9133575" y="594395"/>
                  <a:pt x="9087390" y="636567"/>
                  <a:pt x="9078556" y="644039"/>
                </a:cubicBezTo>
                <a:lnTo>
                  <a:pt x="8996399" y="690055"/>
                </a:lnTo>
                <a:cubicBezTo>
                  <a:pt x="8913147" y="777045"/>
                  <a:pt x="8867993" y="772591"/>
                  <a:pt x="8803791" y="813860"/>
                </a:cubicBezTo>
                <a:cubicBezTo>
                  <a:pt x="8745270" y="819906"/>
                  <a:pt x="8690049" y="823612"/>
                  <a:pt x="8636202" y="848463"/>
                </a:cubicBezTo>
                <a:cubicBezTo>
                  <a:pt x="8594799" y="860014"/>
                  <a:pt x="8568613" y="864779"/>
                  <a:pt x="8555372" y="883171"/>
                </a:cubicBezTo>
                <a:lnTo>
                  <a:pt x="8507229" y="901665"/>
                </a:lnTo>
                <a:lnTo>
                  <a:pt x="8428473" y="927985"/>
                </a:lnTo>
                <a:cubicBezTo>
                  <a:pt x="8428287" y="929817"/>
                  <a:pt x="8428100" y="931648"/>
                  <a:pt x="8427914" y="933480"/>
                </a:cubicBezTo>
                <a:lnTo>
                  <a:pt x="8420327" y="941984"/>
                </a:lnTo>
                <a:lnTo>
                  <a:pt x="8394729" y="948347"/>
                </a:lnTo>
                <a:lnTo>
                  <a:pt x="8380548" y="987916"/>
                </a:lnTo>
                <a:lnTo>
                  <a:pt x="8375330" y="965444"/>
                </a:lnTo>
                <a:cubicBezTo>
                  <a:pt x="8372375" y="964202"/>
                  <a:pt x="8344433" y="977378"/>
                  <a:pt x="8340796" y="980522"/>
                </a:cubicBezTo>
                <a:cubicBezTo>
                  <a:pt x="8328292" y="982128"/>
                  <a:pt x="8319237" y="991089"/>
                  <a:pt x="8304438" y="996739"/>
                </a:cubicBezTo>
                <a:cubicBezTo>
                  <a:pt x="8297193" y="1005683"/>
                  <a:pt x="8289328" y="1014568"/>
                  <a:pt x="8280929" y="1023089"/>
                </a:cubicBezTo>
                <a:lnTo>
                  <a:pt x="8275760" y="1027772"/>
                </a:lnTo>
                <a:lnTo>
                  <a:pt x="8275478" y="1027605"/>
                </a:lnTo>
                <a:cubicBezTo>
                  <a:pt x="8273970" y="1028076"/>
                  <a:pt x="8251461" y="1029408"/>
                  <a:pt x="8249003" y="1032033"/>
                </a:cubicBezTo>
                <a:lnTo>
                  <a:pt x="8203836" y="1037347"/>
                </a:lnTo>
                <a:cubicBezTo>
                  <a:pt x="8172789" y="1049890"/>
                  <a:pt x="8148166" y="1034625"/>
                  <a:pt x="8122936" y="1063113"/>
                </a:cubicBezTo>
                <a:cubicBezTo>
                  <a:pt x="8093850" y="1074757"/>
                  <a:pt x="8066781" y="1075350"/>
                  <a:pt x="8043658" y="1092746"/>
                </a:cubicBezTo>
                <a:cubicBezTo>
                  <a:pt x="8032157" y="1089174"/>
                  <a:pt x="8022145" y="1089998"/>
                  <a:pt x="8015351" y="1105478"/>
                </a:cubicBezTo>
                <a:cubicBezTo>
                  <a:pt x="7987544" y="1113006"/>
                  <a:pt x="7977708" y="1099152"/>
                  <a:pt x="7963145" y="1119346"/>
                </a:cubicBezTo>
                <a:cubicBezTo>
                  <a:pt x="7942622" y="1098880"/>
                  <a:pt x="7943760" y="1109516"/>
                  <a:pt x="7938145" y="1120225"/>
                </a:cubicBezTo>
                <a:lnTo>
                  <a:pt x="7937238" y="1121204"/>
                </a:lnTo>
                <a:lnTo>
                  <a:pt x="7934398" y="1118240"/>
                </a:lnTo>
                <a:lnTo>
                  <a:pt x="7918248" y="1124371"/>
                </a:lnTo>
                <a:lnTo>
                  <a:pt x="7914119" y="1127653"/>
                </a:lnTo>
                <a:cubicBezTo>
                  <a:pt x="7911201" y="1129547"/>
                  <a:pt x="7909169" y="1130331"/>
                  <a:pt x="7907658" y="1130350"/>
                </a:cubicBezTo>
                <a:lnTo>
                  <a:pt x="7907434" y="1130103"/>
                </a:lnTo>
                <a:lnTo>
                  <a:pt x="7901508" y="1133245"/>
                </a:lnTo>
                <a:cubicBezTo>
                  <a:pt x="7891644" y="1139271"/>
                  <a:pt x="7882185" y="1145815"/>
                  <a:pt x="7873287" y="1152609"/>
                </a:cubicBezTo>
                <a:cubicBezTo>
                  <a:pt x="7864672" y="1141906"/>
                  <a:pt x="7845199" y="1159242"/>
                  <a:pt x="7834833" y="1153868"/>
                </a:cubicBezTo>
                <a:lnTo>
                  <a:pt x="7828661" y="1139994"/>
                </a:lnTo>
                <a:lnTo>
                  <a:pt x="7823966" y="1143178"/>
                </a:lnTo>
                <a:lnTo>
                  <a:pt x="7815078" y="1151776"/>
                </a:lnTo>
                <a:cubicBezTo>
                  <a:pt x="7813692" y="1152943"/>
                  <a:pt x="7812687" y="1153116"/>
                  <a:pt x="7812026" y="1151522"/>
                </a:cubicBezTo>
                <a:cubicBezTo>
                  <a:pt x="7806555" y="1153054"/>
                  <a:pt x="7788673" y="1159989"/>
                  <a:pt x="7782249" y="1160970"/>
                </a:cubicBezTo>
                <a:lnTo>
                  <a:pt x="7773476" y="1157414"/>
                </a:lnTo>
                <a:lnTo>
                  <a:pt x="7769600" y="1157365"/>
                </a:lnTo>
                <a:lnTo>
                  <a:pt x="7752631" y="1172815"/>
                </a:lnTo>
                <a:lnTo>
                  <a:pt x="7739392" y="1192062"/>
                </a:lnTo>
                <a:lnTo>
                  <a:pt x="7677677" y="1216394"/>
                </a:lnTo>
                <a:lnTo>
                  <a:pt x="7586920" y="1261888"/>
                </a:lnTo>
                <a:cubicBezTo>
                  <a:pt x="7556723" y="1298911"/>
                  <a:pt x="7489187" y="1284518"/>
                  <a:pt x="7486100" y="1292563"/>
                </a:cubicBezTo>
                <a:cubicBezTo>
                  <a:pt x="7454875" y="1308356"/>
                  <a:pt x="7453335" y="1326361"/>
                  <a:pt x="7411323" y="1340732"/>
                </a:cubicBezTo>
                <a:cubicBezTo>
                  <a:pt x="7372519" y="1390006"/>
                  <a:pt x="7288617" y="1403664"/>
                  <a:pt x="7240698" y="1438832"/>
                </a:cubicBezTo>
                <a:cubicBezTo>
                  <a:pt x="7206467" y="1417136"/>
                  <a:pt x="7227555" y="1441678"/>
                  <a:pt x="7197675" y="1447530"/>
                </a:cubicBezTo>
                <a:cubicBezTo>
                  <a:pt x="7211601" y="1474927"/>
                  <a:pt x="7159483" y="1444981"/>
                  <a:pt x="7164788" y="1480293"/>
                </a:cubicBezTo>
                <a:cubicBezTo>
                  <a:pt x="7159184" y="1480240"/>
                  <a:pt x="7153584" y="1479075"/>
                  <a:pt x="7147929" y="1477641"/>
                </a:cubicBezTo>
                <a:lnTo>
                  <a:pt x="7144965" y="1476908"/>
                </a:lnTo>
                <a:lnTo>
                  <a:pt x="7134299" y="1479969"/>
                </a:lnTo>
                <a:lnTo>
                  <a:pt x="7129809" y="1473339"/>
                </a:lnTo>
                <a:lnTo>
                  <a:pt x="7112688" y="1472575"/>
                </a:lnTo>
                <a:cubicBezTo>
                  <a:pt x="7106506" y="1473449"/>
                  <a:pt x="7100123" y="1475741"/>
                  <a:pt x="7093470" y="1480300"/>
                </a:cubicBezTo>
                <a:cubicBezTo>
                  <a:pt x="7079039" y="1501274"/>
                  <a:pt x="7048991" y="1495718"/>
                  <a:pt x="7025034" y="1506934"/>
                </a:cubicBezTo>
                <a:lnTo>
                  <a:pt x="7014783" y="1515868"/>
                </a:lnTo>
                <a:lnTo>
                  <a:pt x="6979706" y="1523511"/>
                </a:lnTo>
                <a:lnTo>
                  <a:pt x="6977890" y="1525793"/>
                </a:lnTo>
                <a:cubicBezTo>
                  <a:pt x="6971996" y="1527914"/>
                  <a:pt x="6959488" y="1529941"/>
                  <a:pt x="6944339" y="1536237"/>
                </a:cubicBezTo>
                <a:lnTo>
                  <a:pt x="6886996" y="1563569"/>
                </a:lnTo>
                <a:lnTo>
                  <a:pt x="6874510" y="1558469"/>
                </a:lnTo>
                <a:lnTo>
                  <a:pt x="6871943" y="1554651"/>
                </a:lnTo>
                <a:lnTo>
                  <a:pt x="6856174" y="1562024"/>
                </a:lnTo>
                <a:lnTo>
                  <a:pt x="6842321" y="1560554"/>
                </a:lnTo>
                <a:lnTo>
                  <a:pt x="6832713" y="1569357"/>
                </a:lnTo>
                <a:lnTo>
                  <a:pt x="6816351" y="1571495"/>
                </a:lnTo>
                <a:cubicBezTo>
                  <a:pt x="6810216" y="1571510"/>
                  <a:pt x="6803310" y="1571324"/>
                  <a:pt x="6795800" y="1572010"/>
                </a:cubicBezTo>
                <a:lnTo>
                  <a:pt x="6777546" y="1568661"/>
                </a:lnTo>
                <a:lnTo>
                  <a:pt x="6751528" y="1574143"/>
                </a:lnTo>
                <a:cubicBezTo>
                  <a:pt x="6731455" y="1578562"/>
                  <a:pt x="6712054" y="1582098"/>
                  <a:pt x="6691966" y="1582255"/>
                </a:cubicBezTo>
                <a:cubicBezTo>
                  <a:pt x="6677921" y="1590738"/>
                  <a:pt x="6663787" y="1595441"/>
                  <a:pt x="6646941" y="1588471"/>
                </a:cubicBezTo>
                <a:cubicBezTo>
                  <a:pt x="6605135" y="1597971"/>
                  <a:pt x="6598373" y="1612583"/>
                  <a:pt x="6568576" y="1606488"/>
                </a:cubicBezTo>
                <a:cubicBezTo>
                  <a:pt x="6562510" y="1614734"/>
                  <a:pt x="6558067" y="1619360"/>
                  <a:pt x="6554358" y="1621701"/>
                </a:cubicBezTo>
                <a:cubicBezTo>
                  <a:pt x="6543227" y="1628727"/>
                  <a:pt x="6538724" y="1615196"/>
                  <a:pt x="6516968" y="1617195"/>
                </a:cubicBezTo>
                <a:cubicBezTo>
                  <a:pt x="6493173" y="1617368"/>
                  <a:pt x="6528193" y="1598652"/>
                  <a:pt x="6506479" y="1602227"/>
                </a:cubicBezTo>
                <a:cubicBezTo>
                  <a:pt x="6486674" y="1613929"/>
                  <a:pt x="6478484" y="1593997"/>
                  <a:pt x="6458436" y="1607332"/>
                </a:cubicBezTo>
                <a:cubicBezTo>
                  <a:pt x="6471168" y="1620800"/>
                  <a:pt x="6410323" y="1615478"/>
                  <a:pt x="6414786" y="1628815"/>
                </a:cubicBezTo>
                <a:cubicBezTo>
                  <a:pt x="6385942" y="1615041"/>
                  <a:pt x="6386569" y="1640238"/>
                  <a:pt x="6357085" y="1640846"/>
                </a:cubicBezTo>
                <a:cubicBezTo>
                  <a:pt x="6341163" y="1636809"/>
                  <a:pt x="6331497" y="1637754"/>
                  <a:pt x="6322636" y="1648213"/>
                </a:cubicBezTo>
                <a:cubicBezTo>
                  <a:pt x="6248448" y="1627802"/>
                  <a:pt x="6286748" y="1654976"/>
                  <a:pt x="6226172" y="1654676"/>
                </a:cubicBezTo>
                <a:lnTo>
                  <a:pt x="6221217" y="1654506"/>
                </a:lnTo>
                <a:lnTo>
                  <a:pt x="6204956" y="1664280"/>
                </a:lnTo>
                <a:cubicBezTo>
                  <a:pt x="6204728" y="1665114"/>
                  <a:pt x="6204498" y="1665947"/>
                  <a:pt x="6204270" y="1666782"/>
                </a:cubicBezTo>
                <a:lnTo>
                  <a:pt x="6143810" y="1661963"/>
                </a:lnTo>
                <a:lnTo>
                  <a:pt x="6136560" y="1665728"/>
                </a:lnTo>
                <a:lnTo>
                  <a:pt x="6096155" y="1656951"/>
                </a:lnTo>
                <a:lnTo>
                  <a:pt x="6075812" y="1655422"/>
                </a:lnTo>
                <a:lnTo>
                  <a:pt x="6039495" y="1649680"/>
                </a:lnTo>
                <a:lnTo>
                  <a:pt x="6036523" y="1652121"/>
                </a:lnTo>
                <a:lnTo>
                  <a:pt x="6029328" y="1649904"/>
                </a:lnTo>
                <a:lnTo>
                  <a:pt x="6024075" y="1652779"/>
                </a:lnTo>
                <a:lnTo>
                  <a:pt x="6018085" y="1652030"/>
                </a:lnTo>
                <a:cubicBezTo>
                  <a:pt x="6006658" y="1653831"/>
                  <a:pt x="5968194" y="1662035"/>
                  <a:pt x="5955513" y="1663584"/>
                </a:cubicBezTo>
                <a:lnTo>
                  <a:pt x="5941996" y="1661326"/>
                </a:lnTo>
                <a:lnTo>
                  <a:pt x="5931789" y="1669915"/>
                </a:lnTo>
                <a:lnTo>
                  <a:pt x="5888686" y="1672175"/>
                </a:lnTo>
                <a:lnTo>
                  <a:pt x="5873794" y="1665454"/>
                </a:lnTo>
                <a:lnTo>
                  <a:pt x="5860022" y="1660635"/>
                </a:lnTo>
                <a:lnTo>
                  <a:pt x="5858237" y="1660649"/>
                </a:lnTo>
                <a:lnTo>
                  <a:pt x="5840319" y="1660798"/>
                </a:lnTo>
                <a:lnTo>
                  <a:pt x="5806984" y="1661075"/>
                </a:lnTo>
                <a:cubicBezTo>
                  <a:pt x="5785708" y="1661533"/>
                  <a:pt x="5764126" y="1662974"/>
                  <a:pt x="5742351" y="1667489"/>
                </a:cubicBezTo>
                <a:cubicBezTo>
                  <a:pt x="5659069" y="1645168"/>
                  <a:pt x="5615134" y="1706361"/>
                  <a:pt x="5521171" y="1671626"/>
                </a:cubicBezTo>
                <a:cubicBezTo>
                  <a:pt x="5491803" y="1671296"/>
                  <a:pt x="5498089" y="1662666"/>
                  <a:pt x="5457384" y="1683952"/>
                </a:cubicBezTo>
                <a:cubicBezTo>
                  <a:pt x="5356959" y="1699287"/>
                  <a:pt x="5078905" y="1774579"/>
                  <a:pt x="4950070" y="1748401"/>
                </a:cubicBezTo>
                <a:cubicBezTo>
                  <a:pt x="4918276" y="1752255"/>
                  <a:pt x="4891043" y="1756936"/>
                  <a:pt x="4872172" y="1757222"/>
                </a:cubicBezTo>
                <a:lnTo>
                  <a:pt x="4809524" y="1761033"/>
                </a:lnTo>
                <a:cubicBezTo>
                  <a:pt x="4791324" y="1772975"/>
                  <a:pt x="4777258" y="1754591"/>
                  <a:pt x="4759058" y="1766533"/>
                </a:cubicBezTo>
                <a:cubicBezTo>
                  <a:pt x="4747481" y="1770744"/>
                  <a:pt x="4734604" y="1772921"/>
                  <a:pt x="4719749" y="1771811"/>
                </a:cubicBezTo>
                <a:cubicBezTo>
                  <a:pt x="4671168" y="1780243"/>
                  <a:pt x="4634134" y="1775931"/>
                  <a:pt x="4568686" y="1786141"/>
                </a:cubicBezTo>
                <a:cubicBezTo>
                  <a:pt x="4544667" y="1777910"/>
                  <a:pt x="4432547" y="1778168"/>
                  <a:pt x="4418751" y="1796932"/>
                </a:cubicBezTo>
                <a:cubicBezTo>
                  <a:pt x="4403360" y="1801488"/>
                  <a:pt x="4385278" y="1795746"/>
                  <a:pt x="4378377" y="1815528"/>
                </a:cubicBezTo>
                <a:cubicBezTo>
                  <a:pt x="4366870" y="1839461"/>
                  <a:pt x="4337372" y="1814003"/>
                  <a:pt x="4320575" y="1832722"/>
                </a:cubicBezTo>
                <a:cubicBezTo>
                  <a:pt x="4277898" y="1857053"/>
                  <a:pt x="4243945" y="1846759"/>
                  <a:pt x="4211935" y="1860177"/>
                </a:cubicBezTo>
                <a:cubicBezTo>
                  <a:pt x="4181519" y="1859584"/>
                  <a:pt x="4171342" y="1859762"/>
                  <a:pt x="4101228" y="1868717"/>
                </a:cubicBezTo>
                <a:cubicBezTo>
                  <a:pt x="4080159" y="1876188"/>
                  <a:pt x="4039427" y="1877381"/>
                  <a:pt x="3973223" y="1881015"/>
                </a:cubicBezTo>
                <a:cubicBezTo>
                  <a:pt x="3971330" y="1884974"/>
                  <a:pt x="3952843" y="1879225"/>
                  <a:pt x="3900992" y="1880603"/>
                </a:cubicBezTo>
                <a:cubicBezTo>
                  <a:pt x="3849141" y="1881981"/>
                  <a:pt x="3740060" y="1895686"/>
                  <a:pt x="3662119" y="1889285"/>
                </a:cubicBezTo>
                <a:cubicBezTo>
                  <a:pt x="3565155" y="1881322"/>
                  <a:pt x="3613412" y="1915150"/>
                  <a:pt x="3496919" y="1873180"/>
                </a:cubicBezTo>
                <a:cubicBezTo>
                  <a:pt x="3488062" y="1895719"/>
                  <a:pt x="3474293" y="1876288"/>
                  <a:pt x="3449433" y="1889681"/>
                </a:cubicBezTo>
                <a:cubicBezTo>
                  <a:pt x="3406553" y="1891629"/>
                  <a:pt x="3413217" y="1897797"/>
                  <a:pt x="3369766" y="1916653"/>
                </a:cubicBezTo>
                <a:cubicBezTo>
                  <a:pt x="3338805" y="1929531"/>
                  <a:pt x="3289487" y="1928617"/>
                  <a:pt x="3269672" y="1938036"/>
                </a:cubicBezTo>
                <a:lnTo>
                  <a:pt x="3224897" y="1943733"/>
                </a:lnTo>
                <a:cubicBezTo>
                  <a:pt x="3188693" y="1949271"/>
                  <a:pt x="3178540" y="1909145"/>
                  <a:pt x="3161463" y="1946591"/>
                </a:cubicBezTo>
                <a:lnTo>
                  <a:pt x="3112044" y="1935614"/>
                </a:lnTo>
                <a:lnTo>
                  <a:pt x="3069716" y="1930463"/>
                </a:lnTo>
                <a:cubicBezTo>
                  <a:pt x="3049937" y="1924285"/>
                  <a:pt x="3047816" y="1925644"/>
                  <a:pt x="3005773" y="1915878"/>
                </a:cubicBezTo>
                <a:cubicBezTo>
                  <a:pt x="2978838" y="1921092"/>
                  <a:pt x="2967972" y="1927319"/>
                  <a:pt x="2897201" y="1926772"/>
                </a:cubicBezTo>
                <a:lnTo>
                  <a:pt x="2783891" y="1931749"/>
                </a:lnTo>
                <a:cubicBezTo>
                  <a:pt x="2753098" y="1932794"/>
                  <a:pt x="2731621" y="1915151"/>
                  <a:pt x="2712447" y="1933044"/>
                </a:cubicBezTo>
                <a:cubicBezTo>
                  <a:pt x="2621923" y="1990472"/>
                  <a:pt x="2637976" y="1949546"/>
                  <a:pt x="2560151" y="1963609"/>
                </a:cubicBezTo>
                <a:cubicBezTo>
                  <a:pt x="2472084" y="1973456"/>
                  <a:pt x="2423631" y="1962133"/>
                  <a:pt x="2367221" y="1971884"/>
                </a:cubicBezTo>
                <a:cubicBezTo>
                  <a:pt x="2355331" y="1950582"/>
                  <a:pt x="2295649" y="1950006"/>
                  <a:pt x="2272130" y="1961162"/>
                </a:cubicBezTo>
                <a:cubicBezTo>
                  <a:pt x="2229336" y="1964326"/>
                  <a:pt x="2232627" y="1943953"/>
                  <a:pt x="2189404" y="1978172"/>
                </a:cubicBezTo>
                <a:cubicBezTo>
                  <a:pt x="2153824" y="1968017"/>
                  <a:pt x="2114605" y="1969166"/>
                  <a:pt x="2077704" y="1965002"/>
                </a:cubicBezTo>
                <a:cubicBezTo>
                  <a:pt x="2053064" y="1962036"/>
                  <a:pt x="2051584" y="1971011"/>
                  <a:pt x="2033299" y="1969042"/>
                </a:cubicBezTo>
                <a:cubicBezTo>
                  <a:pt x="2015014" y="1967073"/>
                  <a:pt x="1998956" y="1958903"/>
                  <a:pt x="1967996" y="1953187"/>
                </a:cubicBezTo>
                <a:cubicBezTo>
                  <a:pt x="1924117" y="1970917"/>
                  <a:pt x="1915668" y="1940297"/>
                  <a:pt x="1855805" y="1926082"/>
                </a:cubicBezTo>
                <a:cubicBezTo>
                  <a:pt x="1830663" y="1943732"/>
                  <a:pt x="1810564" y="1935694"/>
                  <a:pt x="1790957" y="1919460"/>
                </a:cubicBezTo>
                <a:cubicBezTo>
                  <a:pt x="1732588" y="1924884"/>
                  <a:pt x="1679506" y="1900619"/>
                  <a:pt x="1613978" y="1891581"/>
                </a:cubicBezTo>
                <a:cubicBezTo>
                  <a:pt x="1542961" y="1912227"/>
                  <a:pt x="1506863" y="1865666"/>
                  <a:pt x="1436831" y="1856201"/>
                </a:cubicBezTo>
                <a:cubicBezTo>
                  <a:pt x="1409149" y="1862955"/>
                  <a:pt x="1416370" y="1829853"/>
                  <a:pt x="1357365" y="1832140"/>
                </a:cubicBezTo>
                <a:cubicBezTo>
                  <a:pt x="1285880" y="1811785"/>
                  <a:pt x="1273193" y="1786872"/>
                  <a:pt x="1232341" y="1785942"/>
                </a:cubicBezTo>
                <a:cubicBezTo>
                  <a:pt x="1223903" y="1792798"/>
                  <a:pt x="1160576" y="1793911"/>
                  <a:pt x="1162595" y="1784330"/>
                </a:cubicBezTo>
                <a:cubicBezTo>
                  <a:pt x="1153167" y="1787110"/>
                  <a:pt x="1122206" y="1805077"/>
                  <a:pt x="1120257" y="1789615"/>
                </a:cubicBezTo>
                <a:cubicBezTo>
                  <a:pt x="1073149" y="1786750"/>
                  <a:pt x="1034361" y="1768718"/>
                  <a:pt x="991903" y="1786741"/>
                </a:cubicBezTo>
                <a:cubicBezTo>
                  <a:pt x="966383" y="1781126"/>
                  <a:pt x="949501" y="1800915"/>
                  <a:pt x="883960" y="1809389"/>
                </a:cubicBezTo>
                <a:cubicBezTo>
                  <a:pt x="836064" y="1808194"/>
                  <a:pt x="826980" y="1826610"/>
                  <a:pt x="766531" y="1805053"/>
                </a:cubicBezTo>
                <a:cubicBezTo>
                  <a:pt x="732778" y="1801141"/>
                  <a:pt x="694055" y="1787044"/>
                  <a:pt x="669779" y="1800537"/>
                </a:cubicBezTo>
                <a:cubicBezTo>
                  <a:pt x="645252" y="1794709"/>
                  <a:pt x="563495" y="1813232"/>
                  <a:pt x="523898" y="1811085"/>
                </a:cubicBezTo>
                <a:cubicBezTo>
                  <a:pt x="457555" y="1798530"/>
                  <a:pt x="395227" y="1824052"/>
                  <a:pt x="360251" y="1830735"/>
                </a:cubicBezTo>
                <a:cubicBezTo>
                  <a:pt x="313564" y="1825583"/>
                  <a:pt x="298281" y="1811622"/>
                  <a:pt x="255207" y="1818275"/>
                </a:cubicBezTo>
                <a:cubicBezTo>
                  <a:pt x="206572" y="1839769"/>
                  <a:pt x="160277" y="1836800"/>
                  <a:pt x="101803" y="1870647"/>
                </a:cubicBezTo>
                <a:cubicBezTo>
                  <a:pt x="85849" y="1910002"/>
                  <a:pt x="27997" y="1845258"/>
                  <a:pt x="25397" y="1888443"/>
                </a:cubicBezTo>
                <a:cubicBezTo>
                  <a:pt x="19096" y="1881154"/>
                  <a:pt x="11260" y="1878398"/>
                  <a:pt x="2370" y="1878311"/>
                </a:cubicBezTo>
                <a:lnTo>
                  <a:pt x="0" y="1878785"/>
                </a:lnTo>
                <a:lnTo>
                  <a:pt x="0" y="0"/>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Freeform: Shape 13">
            <a:extLst>
              <a:ext uri="{FF2B5EF4-FFF2-40B4-BE49-F238E27FC236}">
                <a16:creationId xmlns:a16="http://schemas.microsoft.com/office/drawing/2014/main" id="{7B601052-B09A-B856-BFCF-2B5E01A601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5381624" y="6209414"/>
            <a:ext cx="6810375" cy="648586"/>
          </a:xfrm>
          <a:custGeom>
            <a:avLst/>
            <a:gdLst>
              <a:gd name="connsiteX0" fmla="*/ 0 w 10753706"/>
              <a:gd name="connsiteY0" fmla="*/ 0 h 1027260"/>
              <a:gd name="connsiteX1" fmla="*/ 10753706 w 10753706"/>
              <a:gd name="connsiteY1" fmla="*/ 0 h 1027260"/>
              <a:gd name="connsiteX2" fmla="*/ 10748809 w 10753706"/>
              <a:gd name="connsiteY2" fmla="*/ 2522 h 1027260"/>
              <a:gd name="connsiteX3" fmla="*/ 10725330 w 10753706"/>
              <a:gd name="connsiteY3" fmla="*/ 11977 h 1027260"/>
              <a:gd name="connsiteX4" fmla="*/ 10615423 w 10753706"/>
              <a:gd name="connsiteY4" fmla="*/ 52967 h 1027260"/>
              <a:gd name="connsiteX5" fmla="*/ 10533936 w 10753706"/>
              <a:gd name="connsiteY5" fmla="*/ 53095 h 1027260"/>
              <a:gd name="connsiteX6" fmla="*/ 10466876 w 10753706"/>
              <a:gd name="connsiteY6" fmla="*/ 45180 h 1027260"/>
              <a:gd name="connsiteX7" fmla="*/ 10355090 w 10753706"/>
              <a:gd name="connsiteY7" fmla="*/ 89741 h 1027260"/>
              <a:gd name="connsiteX8" fmla="*/ 10087145 w 10753706"/>
              <a:gd name="connsiteY8" fmla="*/ 66115 h 1027260"/>
              <a:gd name="connsiteX9" fmla="*/ 10015902 w 10753706"/>
              <a:gd name="connsiteY9" fmla="*/ 76178 h 1027260"/>
              <a:gd name="connsiteX10" fmla="*/ 9806005 w 10753706"/>
              <a:gd name="connsiteY10" fmla="*/ 102435 h 1027260"/>
              <a:gd name="connsiteX11" fmla="*/ 9602583 w 10753706"/>
              <a:gd name="connsiteY11" fmla="*/ 179170 h 1027260"/>
              <a:gd name="connsiteX12" fmla="*/ 9469719 w 10753706"/>
              <a:gd name="connsiteY12" fmla="*/ 174721 h 1027260"/>
              <a:gd name="connsiteX13" fmla="*/ 9408692 w 10753706"/>
              <a:gd name="connsiteY13" fmla="*/ 189513 h 1027260"/>
              <a:gd name="connsiteX14" fmla="*/ 9364151 w 10753706"/>
              <a:gd name="connsiteY14" fmla="*/ 194072 h 1027260"/>
              <a:gd name="connsiteX15" fmla="*/ 9337751 w 10753706"/>
              <a:gd name="connsiteY15" fmla="*/ 197579 h 1027260"/>
              <a:gd name="connsiteX16" fmla="*/ 9297166 w 10753706"/>
              <a:gd name="connsiteY16" fmla="*/ 216558 h 1027260"/>
              <a:gd name="connsiteX17" fmla="*/ 9123859 w 10753706"/>
              <a:gd name="connsiteY17" fmla="*/ 237356 h 1027260"/>
              <a:gd name="connsiteX18" fmla="*/ 8950741 w 10753706"/>
              <a:gd name="connsiteY18" fmla="*/ 238020 h 1027260"/>
              <a:gd name="connsiteX19" fmla="*/ 8718236 w 10753706"/>
              <a:gd name="connsiteY19" fmla="*/ 303148 h 1027260"/>
              <a:gd name="connsiteX20" fmla="*/ 8694011 w 10753706"/>
              <a:gd name="connsiteY20" fmla="*/ 308812 h 1027260"/>
              <a:gd name="connsiteX21" fmla="*/ 8611976 w 10753706"/>
              <a:gd name="connsiteY21" fmla="*/ 324819 h 1027260"/>
              <a:gd name="connsiteX22" fmla="*/ 8562074 w 10753706"/>
              <a:gd name="connsiteY22" fmla="*/ 337971 h 1027260"/>
              <a:gd name="connsiteX23" fmla="*/ 8501724 w 10753706"/>
              <a:gd name="connsiteY23" fmla="*/ 360865 h 1027260"/>
              <a:gd name="connsiteX24" fmla="*/ 8504489 w 10753706"/>
              <a:gd name="connsiteY24" fmla="*/ 364790 h 1027260"/>
              <a:gd name="connsiteX25" fmla="*/ 8492774 w 10753706"/>
              <a:gd name="connsiteY25" fmla="*/ 366181 h 1027260"/>
              <a:gd name="connsiteX26" fmla="*/ 8466405 w 10753706"/>
              <a:gd name="connsiteY26" fmla="*/ 368724 h 1027260"/>
              <a:gd name="connsiteX27" fmla="*/ 8427069 w 10753706"/>
              <a:gd name="connsiteY27" fmla="*/ 387211 h 1027260"/>
              <a:gd name="connsiteX28" fmla="*/ 8387766 w 10753706"/>
              <a:gd name="connsiteY28" fmla="*/ 377161 h 1027260"/>
              <a:gd name="connsiteX29" fmla="*/ 8315874 w 10753706"/>
              <a:gd name="connsiteY29" fmla="*/ 395527 h 1027260"/>
              <a:gd name="connsiteX30" fmla="*/ 8274474 w 10753706"/>
              <a:gd name="connsiteY30" fmla="*/ 405112 h 1027260"/>
              <a:gd name="connsiteX31" fmla="*/ 8234664 w 10753706"/>
              <a:gd name="connsiteY31" fmla="*/ 410219 h 1027260"/>
              <a:gd name="connsiteX32" fmla="*/ 8211268 w 10753706"/>
              <a:gd name="connsiteY32" fmla="*/ 416791 h 1027260"/>
              <a:gd name="connsiteX33" fmla="*/ 8188615 w 10753706"/>
              <a:gd name="connsiteY33" fmla="*/ 421755 h 1027260"/>
              <a:gd name="connsiteX34" fmla="*/ 8179981 w 10753706"/>
              <a:gd name="connsiteY34" fmla="*/ 420402 h 1027260"/>
              <a:gd name="connsiteX35" fmla="*/ 8179307 w 10753706"/>
              <a:gd name="connsiteY35" fmla="*/ 422516 h 1027260"/>
              <a:gd name="connsiteX36" fmla="*/ 8147929 w 10753706"/>
              <a:gd name="connsiteY36" fmla="*/ 450302 h 1027260"/>
              <a:gd name="connsiteX37" fmla="*/ 8089136 w 10753706"/>
              <a:gd name="connsiteY37" fmla="*/ 465283 h 1027260"/>
              <a:gd name="connsiteX38" fmla="*/ 8049973 w 10753706"/>
              <a:gd name="connsiteY38" fmla="*/ 454121 h 1027260"/>
              <a:gd name="connsiteX39" fmla="*/ 7965913 w 10753706"/>
              <a:gd name="connsiteY39" fmla="*/ 464415 h 1027260"/>
              <a:gd name="connsiteX40" fmla="*/ 7945093 w 10753706"/>
              <a:gd name="connsiteY40" fmla="*/ 464798 h 1027260"/>
              <a:gd name="connsiteX41" fmla="*/ 7935335 w 10753706"/>
              <a:gd name="connsiteY41" fmla="*/ 462442 h 1027260"/>
              <a:gd name="connsiteX42" fmla="*/ 7904779 w 10753706"/>
              <a:gd name="connsiteY42" fmla="*/ 471429 h 1027260"/>
              <a:gd name="connsiteX43" fmla="*/ 7855604 w 10753706"/>
              <a:gd name="connsiteY43" fmla="*/ 480199 h 1027260"/>
              <a:gd name="connsiteX44" fmla="*/ 7832630 w 10753706"/>
              <a:gd name="connsiteY44" fmla="*/ 485371 h 1027260"/>
              <a:gd name="connsiteX45" fmla="*/ 7812438 w 10753706"/>
              <a:gd name="connsiteY45" fmla="*/ 485391 h 1027260"/>
              <a:gd name="connsiteX46" fmla="*/ 7701399 w 10753706"/>
              <a:gd name="connsiteY46" fmla="*/ 495197 h 1027260"/>
              <a:gd name="connsiteX47" fmla="*/ 7674778 w 10753706"/>
              <a:gd name="connsiteY47" fmla="*/ 494723 h 1027260"/>
              <a:gd name="connsiteX48" fmla="*/ 7660445 w 10753706"/>
              <a:gd name="connsiteY48" fmla="*/ 490194 h 1027260"/>
              <a:gd name="connsiteX49" fmla="*/ 7651781 w 10753706"/>
              <a:gd name="connsiteY49" fmla="*/ 493084 h 1027260"/>
              <a:gd name="connsiteX50" fmla="*/ 7584807 w 10753706"/>
              <a:gd name="connsiteY50" fmla="*/ 499490 h 1027260"/>
              <a:gd name="connsiteX51" fmla="*/ 7541324 w 10753706"/>
              <a:gd name="connsiteY51" fmla="*/ 504184 h 1027260"/>
              <a:gd name="connsiteX52" fmla="*/ 7541756 w 10753706"/>
              <a:gd name="connsiteY52" fmla="*/ 512184 h 1027260"/>
              <a:gd name="connsiteX53" fmla="*/ 7503906 w 10753706"/>
              <a:gd name="connsiteY53" fmla="*/ 518551 h 1027260"/>
              <a:gd name="connsiteX54" fmla="*/ 7460411 w 10753706"/>
              <a:gd name="connsiteY54" fmla="*/ 517415 h 1027260"/>
              <a:gd name="connsiteX55" fmla="*/ 7460116 w 10753706"/>
              <a:gd name="connsiteY55" fmla="*/ 517548 h 1027260"/>
              <a:gd name="connsiteX56" fmla="*/ 7297810 w 10753706"/>
              <a:gd name="connsiteY56" fmla="*/ 563947 h 1027260"/>
              <a:gd name="connsiteX57" fmla="*/ 6946388 w 10753706"/>
              <a:gd name="connsiteY57" fmla="*/ 665244 h 1027260"/>
              <a:gd name="connsiteX58" fmla="*/ 6741704 w 10753706"/>
              <a:gd name="connsiteY58" fmla="*/ 679365 h 1027260"/>
              <a:gd name="connsiteX59" fmla="*/ 6624680 w 10753706"/>
              <a:gd name="connsiteY59" fmla="*/ 677674 h 1027260"/>
              <a:gd name="connsiteX60" fmla="*/ 6605700 w 10753706"/>
              <a:gd name="connsiteY60" fmla="*/ 683566 h 1027260"/>
              <a:gd name="connsiteX61" fmla="*/ 6576922 w 10753706"/>
              <a:gd name="connsiteY61" fmla="*/ 683030 h 1027260"/>
              <a:gd name="connsiteX62" fmla="*/ 6405123 w 10753706"/>
              <a:gd name="connsiteY62" fmla="*/ 721946 h 1027260"/>
              <a:gd name="connsiteX63" fmla="*/ 6368938 w 10753706"/>
              <a:gd name="connsiteY63" fmla="*/ 717341 h 1027260"/>
              <a:gd name="connsiteX64" fmla="*/ 6295102 w 10753706"/>
              <a:gd name="connsiteY64" fmla="*/ 729508 h 1027260"/>
              <a:gd name="connsiteX65" fmla="*/ 6202084 w 10753706"/>
              <a:gd name="connsiteY65" fmla="*/ 767091 h 1027260"/>
              <a:gd name="connsiteX66" fmla="*/ 6067157 w 10753706"/>
              <a:gd name="connsiteY66" fmla="*/ 790339 h 1027260"/>
              <a:gd name="connsiteX67" fmla="*/ 6061443 w 10753706"/>
              <a:gd name="connsiteY67" fmla="*/ 796151 h 1027260"/>
              <a:gd name="connsiteX68" fmla="*/ 6051406 w 10753706"/>
              <a:gd name="connsiteY68" fmla="*/ 800684 h 1027260"/>
              <a:gd name="connsiteX69" fmla="*/ 6049097 w 10753706"/>
              <a:gd name="connsiteY69" fmla="*/ 800636 h 1027260"/>
              <a:gd name="connsiteX70" fmla="*/ 6034222 w 10753706"/>
              <a:gd name="connsiteY70" fmla="*/ 804110 h 1027260"/>
              <a:gd name="connsiteX71" fmla="*/ 6033121 w 10753706"/>
              <a:gd name="connsiteY71" fmla="*/ 806078 h 1027260"/>
              <a:gd name="connsiteX72" fmla="*/ 6023593 w 10753706"/>
              <a:gd name="connsiteY72" fmla="*/ 808842 h 1027260"/>
              <a:gd name="connsiteX73" fmla="*/ 6006639 w 10753706"/>
              <a:gd name="connsiteY73" fmla="*/ 815304 h 1027260"/>
              <a:gd name="connsiteX74" fmla="*/ 6001762 w 10753706"/>
              <a:gd name="connsiteY74" fmla="*/ 815557 h 1027260"/>
              <a:gd name="connsiteX75" fmla="*/ 5973534 w 10753706"/>
              <a:gd name="connsiteY75" fmla="*/ 823815 h 1027260"/>
              <a:gd name="connsiteX76" fmla="*/ 5972336 w 10753706"/>
              <a:gd name="connsiteY76" fmla="*/ 823476 h 1027260"/>
              <a:gd name="connsiteX77" fmla="*/ 5960841 w 10753706"/>
              <a:gd name="connsiteY77" fmla="*/ 823819 h 1027260"/>
              <a:gd name="connsiteX78" fmla="*/ 5940719 w 10753706"/>
              <a:gd name="connsiteY78" fmla="*/ 825514 h 1027260"/>
              <a:gd name="connsiteX79" fmla="*/ 5884298 w 10753706"/>
              <a:gd name="connsiteY79" fmla="*/ 823806 h 1027260"/>
              <a:gd name="connsiteX80" fmla="*/ 5854779 w 10753706"/>
              <a:gd name="connsiteY80" fmla="*/ 832365 h 1027260"/>
              <a:gd name="connsiteX81" fmla="*/ 5848382 w 10753706"/>
              <a:gd name="connsiteY81" fmla="*/ 833844 h 1027260"/>
              <a:gd name="connsiteX82" fmla="*/ 5848066 w 10753706"/>
              <a:gd name="connsiteY82" fmla="*/ 833772 h 1027260"/>
              <a:gd name="connsiteX83" fmla="*/ 5840944 w 10753706"/>
              <a:gd name="connsiteY83" fmla="*/ 835132 h 1027260"/>
              <a:gd name="connsiteX84" fmla="*/ 5836719 w 10753706"/>
              <a:gd name="connsiteY84" fmla="*/ 836539 h 1027260"/>
              <a:gd name="connsiteX85" fmla="*/ 5824311 w 10753706"/>
              <a:gd name="connsiteY85" fmla="*/ 839408 h 1027260"/>
              <a:gd name="connsiteX86" fmla="*/ 5818788 w 10753706"/>
              <a:gd name="connsiteY86" fmla="*/ 839727 h 1027260"/>
              <a:gd name="connsiteX87" fmla="*/ 5763953 w 10753706"/>
              <a:gd name="connsiteY87" fmla="*/ 834282 h 1027260"/>
              <a:gd name="connsiteX88" fmla="*/ 5667748 w 10753706"/>
              <a:gd name="connsiteY88" fmla="*/ 840211 h 1027260"/>
              <a:gd name="connsiteX89" fmla="*/ 5573108 w 10753706"/>
              <a:gd name="connsiteY89" fmla="*/ 847611 h 1027260"/>
              <a:gd name="connsiteX90" fmla="*/ 5539137 w 10753706"/>
              <a:gd name="connsiteY90" fmla="*/ 851033 h 1027260"/>
              <a:gd name="connsiteX91" fmla="*/ 5510651 w 10753706"/>
              <a:gd name="connsiteY91" fmla="*/ 844215 h 1027260"/>
              <a:gd name="connsiteX92" fmla="*/ 5457331 w 10753706"/>
              <a:gd name="connsiteY92" fmla="*/ 839159 h 1027260"/>
              <a:gd name="connsiteX93" fmla="*/ 5410613 w 10753706"/>
              <a:gd name="connsiteY93" fmla="*/ 834358 h 1027260"/>
              <a:gd name="connsiteX94" fmla="*/ 5370040 w 10753706"/>
              <a:gd name="connsiteY94" fmla="*/ 862127 h 1027260"/>
              <a:gd name="connsiteX95" fmla="*/ 5318778 w 10753706"/>
              <a:gd name="connsiteY95" fmla="*/ 855310 h 1027260"/>
              <a:gd name="connsiteX96" fmla="*/ 5298645 w 10753706"/>
              <a:gd name="connsiteY96" fmla="*/ 855171 h 1027260"/>
              <a:gd name="connsiteX97" fmla="*/ 5253828 w 10753706"/>
              <a:gd name="connsiteY97" fmla="*/ 859670 h 1027260"/>
              <a:gd name="connsiteX98" fmla="*/ 5216955 w 10753706"/>
              <a:gd name="connsiteY98" fmla="*/ 866245 h 1027260"/>
              <a:gd name="connsiteX99" fmla="*/ 5214344 w 10753706"/>
              <a:gd name="connsiteY99" fmla="*/ 868102 h 1027260"/>
              <a:gd name="connsiteX100" fmla="*/ 5195561 w 10753706"/>
              <a:gd name="connsiteY100" fmla="*/ 869949 h 1027260"/>
              <a:gd name="connsiteX101" fmla="*/ 5182555 w 10753706"/>
              <a:gd name="connsiteY101" fmla="*/ 873542 h 1027260"/>
              <a:gd name="connsiteX102" fmla="*/ 5172552 w 10753706"/>
              <a:gd name="connsiteY102" fmla="*/ 878801 h 1027260"/>
              <a:gd name="connsiteX103" fmla="*/ 5027993 w 10753706"/>
              <a:gd name="connsiteY103" fmla="*/ 889666 h 1027260"/>
              <a:gd name="connsiteX104" fmla="*/ 4939844 w 10753706"/>
              <a:gd name="connsiteY104" fmla="*/ 934802 h 1027260"/>
              <a:gd name="connsiteX105" fmla="*/ 4792576 w 10753706"/>
              <a:gd name="connsiteY105" fmla="*/ 934820 h 1027260"/>
              <a:gd name="connsiteX106" fmla="*/ 4602423 w 10753706"/>
              <a:gd name="connsiteY106" fmla="*/ 958063 h 1027260"/>
              <a:gd name="connsiteX107" fmla="*/ 4290656 w 10753706"/>
              <a:gd name="connsiteY107" fmla="*/ 969152 h 1027260"/>
              <a:gd name="connsiteX108" fmla="*/ 3952334 w 10753706"/>
              <a:gd name="connsiteY108" fmla="*/ 954043 h 1027260"/>
              <a:gd name="connsiteX109" fmla="*/ 3858560 w 10753706"/>
              <a:gd name="connsiteY109" fmla="*/ 948781 h 1027260"/>
              <a:gd name="connsiteX110" fmla="*/ 3846597 w 10753706"/>
              <a:gd name="connsiteY110" fmla="*/ 948382 h 1027260"/>
              <a:gd name="connsiteX111" fmla="*/ 3736044 w 10753706"/>
              <a:gd name="connsiteY111" fmla="*/ 947759 h 1027260"/>
              <a:gd name="connsiteX112" fmla="*/ 3713136 w 10753706"/>
              <a:gd name="connsiteY112" fmla="*/ 946963 h 1027260"/>
              <a:gd name="connsiteX113" fmla="*/ 3695939 w 10753706"/>
              <a:gd name="connsiteY113" fmla="*/ 943639 h 1027260"/>
              <a:gd name="connsiteX114" fmla="*/ 3694125 w 10753706"/>
              <a:gd name="connsiteY114" fmla="*/ 940567 h 1027260"/>
              <a:gd name="connsiteX115" fmla="*/ 3681925 w 10753706"/>
              <a:gd name="connsiteY115" fmla="*/ 939706 h 1027260"/>
              <a:gd name="connsiteX116" fmla="*/ 3679204 w 10753706"/>
              <a:gd name="connsiteY116" fmla="*/ 938926 h 1027260"/>
              <a:gd name="connsiteX117" fmla="*/ 3615656 w 10753706"/>
              <a:gd name="connsiteY117" fmla="*/ 940320 h 1027260"/>
              <a:gd name="connsiteX118" fmla="*/ 3567983 w 10753706"/>
              <a:gd name="connsiteY118" fmla="*/ 935596 h 1027260"/>
              <a:gd name="connsiteX119" fmla="*/ 3422423 w 10753706"/>
              <a:gd name="connsiteY119" fmla="*/ 932129 h 1027260"/>
              <a:gd name="connsiteX120" fmla="*/ 3310925 w 10753706"/>
              <a:gd name="connsiteY120" fmla="*/ 911072 h 1027260"/>
              <a:gd name="connsiteX121" fmla="*/ 3139421 w 10753706"/>
              <a:gd name="connsiteY121" fmla="*/ 934151 h 1027260"/>
              <a:gd name="connsiteX122" fmla="*/ 2996922 w 10753706"/>
              <a:gd name="connsiteY122" fmla="*/ 927537 h 1027260"/>
              <a:gd name="connsiteX123" fmla="*/ 2982785 w 10753706"/>
              <a:gd name="connsiteY123" fmla="*/ 931453 h 1027260"/>
              <a:gd name="connsiteX124" fmla="*/ 2967478 w 10753706"/>
              <a:gd name="connsiteY124" fmla="*/ 933397 h 1027260"/>
              <a:gd name="connsiteX125" fmla="*/ 2948552 w 10753706"/>
              <a:gd name="connsiteY125" fmla="*/ 932961 h 1027260"/>
              <a:gd name="connsiteX126" fmla="*/ 2944404 w 10753706"/>
              <a:gd name="connsiteY126" fmla="*/ 934452 h 1027260"/>
              <a:gd name="connsiteX127" fmla="*/ 2908608 w 10753706"/>
              <a:gd name="connsiteY127" fmla="*/ 937205 h 1027260"/>
              <a:gd name="connsiteX128" fmla="*/ 2904443 w 10753706"/>
              <a:gd name="connsiteY128" fmla="*/ 936455 h 1027260"/>
              <a:gd name="connsiteX129" fmla="*/ 2868935 w 10753706"/>
              <a:gd name="connsiteY129" fmla="*/ 938022 h 1027260"/>
              <a:gd name="connsiteX130" fmla="*/ 2868586 w 10753706"/>
              <a:gd name="connsiteY130" fmla="*/ 937487 h 1027260"/>
              <a:gd name="connsiteX131" fmla="*/ 2859191 w 10753706"/>
              <a:gd name="connsiteY131" fmla="*/ 935503 h 1027260"/>
              <a:gd name="connsiteX132" fmla="*/ 2840915 w 10753706"/>
              <a:gd name="connsiteY132" fmla="*/ 932977 h 1027260"/>
              <a:gd name="connsiteX133" fmla="*/ 2763509 w 10753706"/>
              <a:gd name="connsiteY133" fmla="*/ 921850 h 1027260"/>
              <a:gd name="connsiteX134" fmla="*/ 2756121 w 10753706"/>
              <a:gd name="connsiteY134" fmla="*/ 921864 h 1027260"/>
              <a:gd name="connsiteX135" fmla="*/ 2755998 w 10753706"/>
              <a:gd name="connsiteY135" fmla="*/ 921739 h 1027260"/>
              <a:gd name="connsiteX136" fmla="*/ 2748255 w 10753706"/>
              <a:gd name="connsiteY136" fmla="*/ 921505 h 1027260"/>
              <a:gd name="connsiteX137" fmla="*/ 2694601 w 10753706"/>
              <a:gd name="connsiteY137" fmla="*/ 915575 h 1027260"/>
              <a:gd name="connsiteX138" fmla="*/ 2635357 w 10753706"/>
              <a:gd name="connsiteY138" fmla="*/ 910976 h 1027260"/>
              <a:gd name="connsiteX139" fmla="*/ 2601047 w 10753706"/>
              <a:gd name="connsiteY139" fmla="*/ 910263 h 1027260"/>
              <a:gd name="connsiteX140" fmla="*/ 2507482 w 10753706"/>
              <a:gd name="connsiteY140" fmla="*/ 906211 h 1027260"/>
              <a:gd name="connsiteX141" fmla="*/ 2413884 w 10753706"/>
              <a:gd name="connsiteY141" fmla="*/ 900545 h 1027260"/>
              <a:gd name="connsiteX142" fmla="*/ 2368912 w 10753706"/>
              <a:gd name="connsiteY142" fmla="*/ 888755 h 1027260"/>
              <a:gd name="connsiteX143" fmla="*/ 2349490 w 10753706"/>
              <a:gd name="connsiteY143" fmla="*/ 889719 h 1027260"/>
              <a:gd name="connsiteX144" fmla="*/ 2344290 w 10753706"/>
              <a:gd name="connsiteY144" fmla="*/ 890584 h 1027260"/>
              <a:gd name="connsiteX145" fmla="*/ 2336488 w 10753706"/>
              <a:gd name="connsiteY145" fmla="*/ 891058 h 1027260"/>
              <a:gd name="connsiteX146" fmla="*/ 2329015 w 10753706"/>
              <a:gd name="connsiteY146" fmla="*/ 891627 h 1027260"/>
              <a:gd name="connsiteX147" fmla="*/ 2293898 w 10753706"/>
              <a:gd name="connsiteY147" fmla="*/ 896431 h 1027260"/>
              <a:gd name="connsiteX148" fmla="*/ 2243927 w 10753706"/>
              <a:gd name="connsiteY148" fmla="*/ 888076 h 1027260"/>
              <a:gd name="connsiteX149" fmla="*/ 2223920 w 10753706"/>
              <a:gd name="connsiteY149" fmla="*/ 887331 h 1027260"/>
              <a:gd name="connsiteX150" fmla="*/ 2213081 w 10753706"/>
              <a:gd name="connsiteY150" fmla="*/ 886302 h 1027260"/>
              <a:gd name="connsiteX151" fmla="*/ 2212307 w 10753706"/>
              <a:gd name="connsiteY151" fmla="*/ 885829 h 1027260"/>
              <a:gd name="connsiteX152" fmla="*/ 2152321 w 10753706"/>
              <a:gd name="connsiteY152" fmla="*/ 894418 h 1027260"/>
              <a:gd name="connsiteX153" fmla="*/ 2140985 w 10753706"/>
              <a:gd name="connsiteY153" fmla="*/ 895968 h 1027260"/>
              <a:gd name="connsiteX154" fmla="*/ 2121210 w 10753706"/>
              <a:gd name="connsiteY154" fmla="*/ 899354 h 1027260"/>
              <a:gd name="connsiteX155" fmla="*/ 2119146 w 10753706"/>
              <a:gd name="connsiteY155" fmla="*/ 899033 h 1027260"/>
              <a:gd name="connsiteX156" fmla="*/ 2105666 w 10753706"/>
              <a:gd name="connsiteY156" fmla="*/ 902240 h 1027260"/>
              <a:gd name="connsiteX157" fmla="*/ 2094924 w 10753706"/>
              <a:gd name="connsiteY157" fmla="*/ 907203 h 1027260"/>
              <a:gd name="connsiteX158" fmla="*/ 1949478 w 10753706"/>
              <a:gd name="connsiteY158" fmla="*/ 913748 h 1027260"/>
              <a:gd name="connsiteX159" fmla="*/ 1749684 w 10753706"/>
              <a:gd name="connsiteY159" fmla="*/ 942223 h 1027260"/>
              <a:gd name="connsiteX160" fmla="*/ 1585576 w 10753706"/>
              <a:gd name="connsiteY160" fmla="*/ 954170 h 1027260"/>
              <a:gd name="connsiteX161" fmla="*/ 1476250 w 10753706"/>
              <a:gd name="connsiteY161" fmla="*/ 950653 h 1027260"/>
              <a:gd name="connsiteX162" fmla="*/ 1433927 w 10753706"/>
              <a:gd name="connsiteY162" fmla="*/ 959926 h 1027260"/>
              <a:gd name="connsiteX163" fmla="*/ 1414893 w 10753706"/>
              <a:gd name="connsiteY163" fmla="*/ 957671 h 1027260"/>
              <a:gd name="connsiteX164" fmla="*/ 1411585 w 10753706"/>
              <a:gd name="connsiteY164" fmla="*/ 957179 h 1027260"/>
              <a:gd name="connsiteX165" fmla="*/ 1398896 w 10753706"/>
              <a:gd name="connsiteY165" fmla="*/ 957460 h 1027260"/>
              <a:gd name="connsiteX166" fmla="*/ 1394632 w 10753706"/>
              <a:gd name="connsiteY166" fmla="*/ 954725 h 1027260"/>
              <a:gd name="connsiteX167" fmla="*/ 1375043 w 10753706"/>
              <a:gd name="connsiteY167" fmla="*/ 953132 h 1027260"/>
              <a:gd name="connsiteX168" fmla="*/ 1351876 w 10753706"/>
              <a:gd name="connsiteY168" fmla="*/ 954436 h 1027260"/>
              <a:gd name="connsiteX169" fmla="*/ 1242676 w 10753706"/>
              <a:gd name="connsiteY169" fmla="*/ 963767 h 1027260"/>
              <a:gd name="connsiteX170" fmla="*/ 1205993 w 10753706"/>
              <a:gd name="connsiteY170" fmla="*/ 974080 h 1027260"/>
              <a:gd name="connsiteX171" fmla="*/ 1052221 w 10753706"/>
              <a:gd name="connsiteY171" fmla="*/ 963954 h 1027260"/>
              <a:gd name="connsiteX172" fmla="*/ 968270 w 10753706"/>
              <a:gd name="connsiteY172" fmla="*/ 964761 h 1027260"/>
              <a:gd name="connsiteX173" fmla="*/ 874493 w 10753706"/>
              <a:gd name="connsiteY173" fmla="*/ 998122 h 1027260"/>
              <a:gd name="connsiteX174" fmla="*/ 814411 w 10753706"/>
              <a:gd name="connsiteY174" fmla="*/ 1007391 h 1027260"/>
              <a:gd name="connsiteX175" fmla="*/ 688604 w 10753706"/>
              <a:gd name="connsiteY175" fmla="*/ 1015631 h 1027260"/>
              <a:gd name="connsiteX176" fmla="*/ 618171 w 10753706"/>
              <a:gd name="connsiteY176" fmla="*/ 1027260 h 1027260"/>
              <a:gd name="connsiteX177" fmla="*/ 570379 w 10753706"/>
              <a:gd name="connsiteY177" fmla="*/ 1023487 h 1027260"/>
              <a:gd name="connsiteX178" fmla="*/ 482519 w 10753706"/>
              <a:gd name="connsiteY178" fmla="*/ 1002108 h 1027260"/>
              <a:gd name="connsiteX179" fmla="*/ 475319 w 10753706"/>
              <a:gd name="connsiteY179" fmla="*/ 1009922 h 1027260"/>
              <a:gd name="connsiteX180" fmla="*/ 431104 w 10753706"/>
              <a:gd name="connsiteY180" fmla="*/ 1009317 h 1027260"/>
              <a:gd name="connsiteX181" fmla="*/ 363782 w 10753706"/>
              <a:gd name="connsiteY181" fmla="*/ 1007585 h 1027260"/>
              <a:gd name="connsiteX182" fmla="*/ 325533 w 10753706"/>
              <a:gd name="connsiteY182" fmla="*/ 1008502 h 1027260"/>
              <a:gd name="connsiteX183" fmla="*/ 220429 w 10753706"/>
              <a:gd name="connsiteY183" fmla="*/ 1008927 h 1027260"/>
              <a:gd name="connsiteX184" fmla="*/ 114676 w 10753706"/>
              <a:gd name="connsiteY184" fmla="*/ 1007765 h 1027260"/>
              <a:gd name="connsiteX185" fmla="*/ 13470 w 10753706"/>
              <a:gd name="connsiteY185" fmla="*/ 998544 h 1027260"/>
              <a:gd name="connsiteX186" fmla="*/ 0 w 10753706"/>
              <a:gd name="connsiteY186" fmla="*/ 997355 h 10272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Lst>
            <a:rect l="l" t="t" r="r" b="b"/>
            <a:pathLst>
              <a:path w="10753706" h="1027260">
                <a:moveTo>
                  <a:pt x="0" y="0"/>
                </a:moveTo>
                <a:lnTo>
                  <a:pt x="10753706" y="0"/>
                </a:lnTo>
                <a:lnTo>
                  <a:pt x="10748809" y="2522"/>
                </a:lnTo>
                <a:cubicBezTo>
                  <a:pt x="10744031" y="4644"/>
                  <a:pt x="10737551" y="7204"/>
                  <a:pt x="10725330" y="11977"/>
                </a:cubicBezTo>
                <a:cubicBezTo>
                  <a:pt x="10700888" y="21523"/>
                  <a:pt x="10652058" y="39304"/>
                  <a:pt x="10615423" y="52967"/>
                </a:cubicBezTo>
                <a:cubicBezTo>
                  <a:pt x="10598524" y="49017"/>
                  <a:pt x="10550674" y="61360"/>
                  <a:pt x="10533936" y="53095"/>
                </a:cubicBezTo>
                <a:cubicBezTo>
                  <a:pt x="10519435" y="55674"/>
                  <a:pt x="10480156" y="49393"/>
                  <a:pt x="10466876" y="45180"/>
                </a:cubicBezTo>
                <a:cubicBezTo>
                  <a:pt x="10443145" y="68059"/>
                  <a:pt x="10382269" y="71294"/>
                  <a:pt x="10355090" y="89741"/>
                </a:cubicBezTo>
                <a:cubicBezTo>
                  <a:pt x="10286222" y="95376"/>
                  <a:pt x="10146285" y="63529"/>
                  <a:pt x="10087145" y="66115"/>
                </a:cubicBezTo>
                <a:cubicBezTo>
                  <a:pt x="10067575" y="79584"/>
                  <a:pt x="10043111" y="68921"/>
                  <a:pt x="10015902" y="76178"/>
                </a:cubicBezTo>
                <a:cubicBezTo>
                  <a:pt x="9952302" y="84628"/>
                  <a:pt x="9893286" y="103337"/>
                  <a:pt x="9806005" y="102435"/>
                </a:cubicBezTo>
                <a:cubicBezTo>
                  <a:pt x="9782247" y="141133"/>
                  <a:pt x="9674787" y="151643"/>
                  <a:pt x="9602583" y="179170"/>
                </a:cubicBezTo>
                <a:cubicBezTo>
                  <a:pt x="9557658" y="187584"/>
                  <a:pt x="9478290" y="154235"/>
                  <a:pt x="9469719" y="174721"/>
                </a:cubicBezTo>
                <a:cubicBezTo>
                  <a:pt x="9443779" y="165070"/>
                  <a:pt x="9431317" y="185692"/>
                  <a:pt x="9408692" y="189513"/>
                </a:cubicBezTo>
                <a:cubicBezTo>
                  <a:pt x="9387154" y="183843"/>
                  <a:pt x="9380475" y="191089"/>
                  <a:pt x="9364151" y="194072"/>
                </a:cubicBezTo>
                <a:cubicBezTo>
                  <a:pt x="9354686" y="190222"/>
                  <a:pt x="9340485" y="191782"/>
                  <a:pt x="9337751" y="197579"/>
                </a:cubicBezTo>
                <a:cubicBezTo>
                  <a:pt x="9349566" y="209270"/>
                  <a:pt x="9297468" y="207714"/>
                  <a:pt x="9297166" y="216558"/>
                </a:cubicBezTo>
                <a:cubicBezTo>
                  <a:pt x="9269057" y="220999"/>
                  <a:pt x="9139630" y="221783"/>
                  <a:pt x="9123859" y="237356"/>
                </a:cubicBezTo>
                <a:cubicBezTo>
                  <a:pt x="9068176" y="249209"/>
                  <a:pt x="8975349" y="235349"/>
                  <a:pt x="8950741" y="238020"/>
                </a:cubicBezTo>
                <a:cubicBezTo>
                  <a:pt x="8916265" y="215428"/>
                  <a:pt x="8822808" y="292026"/>
                  <a:pt x="8718236" y="303148"/>
                </a:cubicBezTo>
                <a:cubicBezTo>
                  <a:pt x="8703111" y="302060"/>
                  <a:pt x="8695551" y="302792"/>
                  <a:pt x="8694011" y="308812"/>
                </a:cubicBezTo>
                <a:cubicBezTo>
                  <a:pt x="8661810" y="312764"/>
                  <a:pt x="8637956" y="329628"/>
                  <a:pt x="8611976" y="324819"/>
                </a:cubicBezTo>
                <a:cubicBezTo>
                  <a:pt x="8621849" y="336388"/>
                  <a:pt x="8562809" y="325917"/>
                  <a:pt x="8562074" y="337971"/>
                </a:cubicBezTo>
                <a:cubicBezTo>
                  <a:pt x="8543699" y="343978"/>
                  <a:pt x="8511321" y="356396"/>
                  <a:pt x="8501724" y="360865"/>
                </a:cubicBezTo>
                <a:lnTo>
                  <a:pt x="8504489" y="364790"/>
                </a:lnTo>
                <a:lnTo>
                  <a:pt x="8492774" y="366181"/>
                </a:lnTo>
                <a:lnTo>
                  <a:pt x="8466405" y="368724"/>
                </a:lnTo>
                <a:cubicBezTo>
                  <a:pt x="8455454" y="372229"/>
                  <a:pt x="8440175" y="385805"/>
                  <a:pt x="8427069" y="387211"/>
                </a:cubicBezTo>
                <a:cubicBezTo>
                  <a:pt x="8400442" y="392215"/>
                  <a:pt x="8397079" y="382989"/>
                  <a:pt x="8387766" y="377161"/>
                </a:cubicBezTo>
                <a:cubicBezTo>
                  <a:pt x="8369233" y="378548"/>
                  <a:pt x="8334756" y="390869"/>
                  <a:pt x="8315874" y="395527"/>
                </a:cubicBezTo>
                <a:cubicBezTo>
                  <a:pt x="8306664" y="400500"/>
                  <a:pt x="8272845" y="393679"/>
                  <a:pt x="8274474" y="405112"/>
                </a:cubicBezTo>
                <a:cubicBezTo>
                  <a:pt x="8255483" y="406194"/>
                  <a:pt x="8244963" y="408376"/>
                  <a:pt x="8234664" y="410219"/>
                </a:cubicBezTo>
                <a:lnTo>
                  <a:pt x="8211268" y="416791"/>
                </a:lnTo>
                <a:cubicBezTo>
                  <a:pt x="8204720" y="419941"/>
                  <a:pt x="8197411" y="422004"/>
                  <a:pt x="8188615" y="421755"/>
                </a:cubicBezTo>
                <a:lnTo>
                  <a:pt x="8179981" y="420402"/>
                </a:lnTo>
                <a:lnTo>
                  <a:pt x="8179307" y="422516"/>
                </a:lnTo>
                <a:cubicBezTo>
                  <a:pt x="8179027" y="425797"/>
                  <a:pt x="8175790" y="448341"/>
                  <a:pt x="8147929" y="450302"/>
                </a:cubicBezTo>
                <a:cubicBezTo>
                  <a:pt x="8130300" y="457967"/>
                  <a:pt x="8114933" y="461015"/>
                  <a:pt x="8089136" y="465283"/>
                </a:cubicBezTo>
                <a:cubicBezTo>
                  <a:pt x="8072810" y="465920"/>
                  <a:pt x="8069376" y="451569"/>
                  <a:pt x="8049973" y="454121"/>
                </a:cubicBezTo>
                <a:cubicBezTo>
                  <a:pt x="7974508" y="471465"/>
                  <a:pt x="8006050" y="447139"/>
                  <a:pt x="7965913" y="464415"/>
                </a:cubicBezTo>
                <a:cubicBezTo>
                  <a:pt x="7958234" y="466025"/>
                  <a:pt x="7951405" y="465800"/>
                  <a:pt x="7945093" y="464798"/>
                </a:cubicBezTo>
                <a:lnTo>
                  <a:pt x="7935335" y="462442"/>
                </a:lnTo>
                <a:lnTo>
                  <a:pt x="7904779" y="471429"/>
                </a:lnTo>
                <a:cubicBezTo>
                  <a:pt x="7889387" y="474999"/>
                  <a:pt x="7872867" y="477951"/>
                  <a:pt x="7855604" y="480199"/>
                </a:cubicBezTo>
                <a:cubicBezTo>
                  <a:pt x="7850005" y="476378"/>
                  <a:pt x="7838628" y="483595"/>
                  <a:pt x="7832630" y="485371"/>
                </a:cubicBezTo>
                <a:cubicBezTo>
                  <a:pt x="7831473" y="482645"/>
                  <a:pt x="7816623" y="482661"/>
                  <a:pt x="7812438" y="485391"/>
                </a:cubicBezTo>
                <a:cubicBezTo>
                  <a:pt x="7709470" y="505049"/>
                  <a:pt x="7759426" y="473956"/>
                  <a:pt x="7701399" y="495197"/>
                </a:cubicBezTo>
                <a:cubicBezTo>
                  <a:pt x="7690986" y="496989"/>
                  <a:pt x="7682397" y="496365"/>
                  <a:pt x="7674778" y="494723"/>
                </a:cubicBezTo>
                <a:lnTo>
                  <a:pt x="7660445" y="490194"/>
                </a:lnTo>
                <a:lnTo>
                  <a:pt x="7651781" y="493084"/>
                </a:lnTo>
                <a:cubicBezTo>
                  <a:pt x="7616113" y="496548"/>
                  <a:pt x="7603273" y="491735"/>
                  <a:pt x="7584807" y="499490"/>
                </a:cubicBezTo>
                <a:cubicBezTo>
                  <a:pt x="7549256" y="490212"/>
                  <a:pt x="7563949" y="500167"/>
                  <a:pt x="7541324" y="504184"/>
                </a:cubicBezTo>
                <a:cubicBezTo>
                  <a:pt x="7523851" y="508307"/>
                  <a:pt x="7559546" y="509825"/>
                  <a:pt x="7541756" y="512184"/>
                </a:cubicBezTo>
                <a:cubicBezTo>
                  <a:pt x="7520963" y="510864"/>
                  <a:pt x="7525755" y="520497"/>
                  <a:pt x="7503906" y="518551"/>
                </a:cubicBezTo>
                <a:cubicBezTo>
                  <a:pt x="7505924" y="510774"/>
                  <a:pt x="7464361" y="523683"/>
                  <a:pt x="7460411" y="517415"/>
                </a:cubicBezTo>
                <a:lnTo>
                  <a:pt x="7460116" y="517548"/>
                </a:lnTo>
                <a:cubicBezTo>
                  <a:pt x="7447785" y="530928"/>
                  <a:pt x="7310141" y="550568"/>
                  <a:pt x="7297810" y="563947"/>
                </a:cubicBezTo>
                <a:cubicBezTo>
                  <a:pt x="7221791" y="605698"/>
                  <a:pt x="7039072" y="646008"/>
                  <a:pt x="6946388" y="665244"/>
                </a:cubicBezTo>
                <a:cubicBezTo>
                  <a:pt x="6853704" y="684480"/>
                  <a:pt x="6804875" y="677485"/>
                  <a:pt x="6741704" y="679365"/>
                </a:cubicBezTo>
                <a:lnTo>
                  <a:pt x="6624680" y="677674"/>
                </a:lnTo>
                <a:lnTo>
                  <a:pt x="6605700" y="683566"/>
                </a:lnTo>
                <a:cubicBezTo>
                  <a:pt x="6603309" y="685184"/>
                  <a:pt x="6599550" y="685647"/>
                  <a:pt x="6576922" y="683030"/>
                </a:cubicBezTo>
                <a:cubicBezTo>
                  <a:pt x="6527275" y="698355"/>
                  <a:pt x="6440981" y="702347"/>
                  <a:pt x="6405123" y="721946"/>
                </a:cubicBezTo>
                <a:cubicBezTo>
                  <a:pt x="6407963" y="715467"/>
                  <a:pt x="6383450" y="712913"/>
                  <a:pt x="6368938" y="717341"/>
                </a:cubicBezTo>
                <a:cubicBezTo>
                  <a:pt x="6377914" y="692119"/>
                  <a:pt x="6315316" y="744281"/>
                  <a:pt x="6295102" y="729508"/>
                </a:cubicBezTo>
                <a:cubicBezTo>
                  <a:pt x="6300358" y="744473"/>
                  <a:pt x="6240070" y="776254"/>
                  <a:pt x="6202084" y="767091"/>
                </a:cubicBezTo>
                <a:cubicBezTo>
                  <a:pt x="6152826" y="774744"/>
                  <a:pt x="6122010" y="790367"/>
                  <a:pt x="6067157" y="790339"/>
                </a:cubicBezTo>
                <a:cubicBezTo>
                  <a:pt x="6066310" y="792484"/>
                  <a:pt x="6064283" y="794403"/>
                  <a:pt x="6061443" y="796151"/>
                </a:cubicBezTo>
                <a:lnTo>
                  <a:pt x="6051406" y="800684"/>
                </a:lnTo>
                <a:lnTo>
                  <a:pt x="6049097" y="800636"/>
                </a:lnTo>
                <a:cubicBezTo>
                  <a:pt x="6040408" y="801393"/>
                  <a:pt x="6036299" y="802645"/>
                  <a:pt x="6034222" y="804110"/>
                </a:cubicBezTo>
                <a:lnTo>
                  <a:pt x="6033121" y="806078"/>
                </a:lnTo>
                <a:lnTo>
                  <a:pt x="6023593" y="808842"/>
                </a:lnTo>
                <a:lnTo>
                  <a:pt x="6006639" y="815304"/>
                </a:lnTo>
                <a:lnTo>
                  <a:pt x="6001762" y="815557"/>
                </a:lnTo>
                <a:lnTo>
                  <a:pt x="5973534" y="823815"/>
                </a:lnTo>
                <a:lnTo>
                  <a:pt x="5972336" y="823476"/>
                </a:lnTo>
                <a:cubicBezTo>
                  <a:pt x="5969004" y="822901"/>
                  <a:pt x="5965329" y="822833"/>
                  <a:pt x="5960841" y="823819"/>
                </a:cubicBezTo>
                <a:cubicBezTo>
                  <a:pt x="5955860" y="815655"/>
                  <a:pt x="5953515" y="821882"/>
                  <a:pt x="5940719" y="825514"/>
                </a:cubicBezTo>
                <a:cubicBezTo>
                  <a:pt x="5930130" y="813644"/>
                  <a:pt x="5900943" y="827979"/>
                  <a:pt x="5884298" y="823806"/>
                </a:cubicBezTo>
                <a:cubicBezTo>
                  <a:pt x="5875133" y="826741"/>
                  <a:pt x="5865250" y="829630"/>
                  <a:pt x="5854779" y="832365"/>
                </a:cubicBezTo>
                <a:lnTo>
                  <a:pt x="5848382" y="833844"/>
                </a:lnTo>
                <a:lnTo>
                  <a:pt x="5848066" y="833772"/>
                </a:lnTo>
                <a:cubicBezTo>
                  <a:pt x="5846273" y="833879"/>
                  <a:pt x="5844018" y="834284"/>
                  <a:pt x="5840944" y="835132"/>
                </a:cubicBezTo>
                <a:lnTo>
                  <a:pt x="5836719" y="836539"/>
                </a:lnTo>
                <a:lnTo>
                  <a:pt x="5824311" y="839408"/>
                </a:lnTo>
                <a:lnTo>
                  <a:pt x="5818788" y="839727"/>
                </a:lnTo>
                <a:cubicBezTo>
                  <a:pt x="5797008" y="838594"/>
                  <a:pt x="5786883" y="822081"/>
                  <a:pt x="5763953" y="834282"/>
                </a:cubicBezTo>
                <a:cubicBezTo>
                  <a:pt x="5726813" y="837521"/>
                  <a:pt x="5699446" y="830949"/>
                  <a:pt x="5667748" y="840211"/>
                </a:cubicBezTo>
                <a:cubicBezTo>
                  <a:pt x="5632959" y="843205"/>
                  <a:pt x="5601436" y="842280"/>
                  <a:pt x="5573108" y="847611"/>
                </a:cubicBezTo>
                <a:cubicBezTo>
                  <a:pt x="5560030" y="845832"/>
                  <a:pt x="5549547" y="851598"/>
                  <a:pt x="5539137" y="851033"/>
                </a:cubicBezTo>
                <a:cubicBezTo>
                  <a:pt x="5528728" y="850467"/>
                  <a:pt x="5529256" y="837509"/>
                  <a:pt x="5510651" y="844215"/>
                </a:cubicBezTo>
                <a:cubicBezTo>
                  <a:pt x="5494241" y="833607"/>
                  <a:pt x="5466101" y="839171"/>
                  <a:pt x="5457331" y="839159"/>
                </a:cubicBezTo>
                <a:lnTo>
                  <a:pt x="5410613" y="834358"/>
                </a:lnTo>
                <a:lnTo>
                  <a:pt x="5370040" y="862127"/>
                </a:lnTo>
                <a:cubicBezTo>
                  <a:pt x="5357863" y="856469"/>
                  <a:pt x="5319115" y="868069"/>
                  <a:pt x="5318778" y="855310"/>
                </a:cubicBezTo>
                <a:cubicBezTo>
                  <a:pt x="5303920" y="857760"/>
                  <a:pt x="5296727" y="863736"/>
                  <a:pt x="5298645" y="855171"/>
                </a:cubicBezTo>
                <a:cubicBezTo>
                  <a:pt x="5287819" y="855897"/>
                  <a:pt x="5267444" y="857825"/>
                  <a:pt x="5253828" y="859670"/>
                </a:cubicBezTo>
                <a:lnTo>
                  <a:pt x="5216955" y="866245"/>
                </a:lnTo>
                <a:lnTo>
                  <a:pt x="5214344" y="868102"/>
                </a:lnTo>
                <a:cubicBezTo>
                  <a:pt x="5210778" y="868719"/>
                  <a:pt x="5200859" y="869042"/>
                  <a:pt x="5195561" y="869949"/>
                </a:cubicBezTo>
                <a:lnTo>
                  <a:pt x="5182555" y="873542"/>
                </a:lnTo>
                <a:cubicBezTo>
                  <a:pt x="5178496" y="875023"/>
                  <a:pt x="5175066" y="876746"/>
                  <a:pt x="5172552" y="878801"/>
                </a:cubicBezTo>
                <a:cubicBezTo>
                  <a:pt x="5121406" y="873797"/>
                  <a:pt x="5080096" y="886529"/>
                  <a:pt x="5027993" y="889666"/>
                </a:cubicBezTo>
                <a:cubicBezTo>
                  <a:pt x="4999924" y="877115"/>
                  <a:pt x="4946973" y="919452"/>
                  <a:pt x="4939844" y="934802"/>
                </a:cubicBezTo>
                <a:cubicBezTo>
                  <a:pt x="4895154" y="940701"/>
                  <a:pt x="4844006" y="928240"/>
                  <a:pt x="4792576" y="934820"/>
                </a:cubicBezTo>
                <a:lnTo>
                  <a:pt x="4602423" y="958063"/>
                </a:lnTo>
                <a:cubicBezTo>
                  <a:pt x="4488530" y="967131"/>
                  <a:pt x="4399004" y="969822"/>
                  <a:pt x="4290656" y="969152"/>
                </a:cubicBezTo>
                <a:cubicBezTo>
                  <a:pt x="4182308" y="968482"/>
                  <a:pt x="4046938" y="971167"/>
                  <a:pt x="3952334" y="954043"/>
                </a:cubicBezTo>
                <a:lnTo>
                  <a:pt x="3858560" y="948781"/>
                </a:lnTo>
                <a:lnTo>
                  <a:pt x="3846597" y="948382"/>
                </a:lnTo>
                <a:cubicBezTo>
                  <a:pt x="3807516" y="956616"/>
                  <a:pt x="3767475" y="941640"/>
                  <a:pt x="3736044" y="947759"/>
                </a:cubicBezTo>
                <a:cubicBezTo>
                  <a:pt x="3727323" y="948128"/>
                  <a:pt x="3719828" y="947771"/>
                  <a:pt x="3713136" y="946963"/>
                </a:cubicBezTo>
                <a:lnTo>
                  <a:pt x="3695939" y="943639"/>
                </a:lnTo>
                <a:lnTo>
                  <a:pt x="3694125" y="940567"/>
                </a:lnTo>
                <a:lnTo>
                  <a:pt x="3681925" y="939706"/>
                </a:lnTo>
                <a:lnTo>
                  <a:pt x="3679204" y="938926"/>
                </a:lnTo>
                <a:cubicBezTo>
                  <a:pt x="3668160" y="939028"/>
                  <a:pt x="3634193" y="940875"/>
                  <a:pt x="3615656" y="940320"/>
                </a:cubicBezTo>
                <a:cubicBezTo>
                  <a:pt x="3582626" y="936974"/>
                  <a:pt x="3593904" y="949140"/>
                  <a:pt x="3567983" y="935596"/>
                </a:cubicBezTo>
                <a:cubicBezTo>
                  <a:pt x="3504185" y="939048"/>
                  <a:pt x="3482818" y="922224"/>
                  <a:pt x="3422423" y="932129"/>
                </a:cubicBezTo>
                <a:cubicBezTo>
                  <a:pt x="3369166" y="933413"/>
                  <a:pt x="3329486" y="910108"/>
                  <a:pt x="3310925" y="911072"/>
                </a:cubicBezTo>
                <a:cubicBezTo>
                  <a:pt x="3261363" y="909787"/>
                  <a:pt x="3198415" y="933574"/>
                  <a:pt x="3139421" y="934151"/>
                </a:cubicBezTo>
                <a:cubicBezTo>
                  <a:pt x="3088799" y="931012"/>
                  <a:pt x="3038941" y="938464"/>
                  <a:pt x="2996922" y="927537"/>
                </a:cubicBezTo>
                <a:cubicBezTo>
                  <a:pt x="2992673" y="929234"/>
                  <a:pt x="2987900" y="930498"/>
                  <a:pt x="2982785" y="931453"/>
                </a:cubicBezTo>
                <a:lnTo>
                  <a:pt x="2967478" y="933397"/>
                </a:lnTo>
                <a:lnTo>
                  <a:pt x="2948552" y="932961"/>
                </a:lnTo>
                <a:lnTo>
                  <a:pt x="2944404" y="934452"/>
                </a:lnTo>
                <a:lnTo>
                  <a:pt x="2908608" y="937205"/>
                </a:lnTo>
                <a:lnTo>
                  <a:pt x="2904443" y="936455"/>
                </a:lnTo>
                <a:lnTo>
                  <a:pt x="2868935" y="938022"/>
                </a:lnTo>
                <a:lnTo>
                  <a:pt x="2868586" y="937487"/>
                </a:lnTo>
                <a:cubicBezTo>
                  <a:pt x="2866994" y="936327"/>
                  <a:pt x="2864292" y="935538"/>
                  <a:pt x="2859191" y="935503"/>
                </a:cubicBezTo>
                <a:cubicBezTo>
                  <a:pt x="2869075" y="927418"/>
                  <a:pt x="2856828" y="932364"/>
                  <a:pt x="2840915" y="932977"/>
                </a:cubicBezTo>
                <a:lnTo>
                  <a:pt x="2763509" y="921850"/>
                </a:lnTo>
                <a:lnTo>
                  <a:pt x="2756121" y="921864"/>
                </a:lnTo>
                <a:cubicBezTo>
                  <a:pt x="2756081" y="921822"/>
                  <a:pt x="2756039" y="921781"/>
                  <a:pt x="2755998" y="921739"/>
                </a:cubicBezTo>
                <a:cubicBezTo>
                  <a:pt x="2754445" y="921476"/>
                  <a:pt x="2752036" y="921380"/>
                  <a:pt x="2748255" y="921505"/>
                </a:cubicBezTo>
                <a:lnTo>
                  <a:pt x="2694601" y="915575"/>
                </a:lnTo>
                <a:cubicBezTo>
                  <a:pt x="2671223" y="919874"/>
                  <a:pt x="2666972" y="913376"/>
                  <a:pt x="2635357" y="910976"/>
                </a:cubicBezTo>
                <a:cubicBezTo>
                  <a:pt x="2621906" y="915051"/>
                  <a:pt x="2611315" y="913542"/>
                  <a:pt x="2601047" y="910263"/>
                </a:cubicBezTo>
                <a:cubicBezTo>
                  <a:pt x="2570084" y="912074"/>
                  <a:pt x="2542135" y="907435"/>
                  <a:pt x="2507482" y="906211"/>
                </a:cubicBezTo>
                <a:cubicBezTo>
                  <a:pt x="2469706" y="911437"/>
                  <a:pt x="2450920" y="901812"/>
                  <a:pt x="2413884" y="900545"/>
                </a:cubicBezTo>
                <a:cubicBezTo>
                  <a:pt x="2381338" y="909664"/>
                  <a:pt x="2387753" y="892438"/>
                  <a:pt x="2368912" y="888755"/>
                </a:cubicBezTo>
                <a:lnTo>
                  <a:pt x="2349490" y="889719"/>
                </a:lnTo>
                <a:lnTo>
                  <a:pt x="2344290" y="890584"/>
                </a:lnTo>
                <a:cubicBezTo>
                  <a:pt x="2340673" y="891041"/>
                  <a:pt x="2338228" y="891167"/>
                  <a:pt x="2336488" y="891058"/>
                </a:cubicBezTo>
                <a:lnTo>
                  <a:pt x="2329015" y="891627"/>
                </a:lnTo>
                <a:cubicBezTo>
                  <a:pt x="2316843" y="893039"/>
                  <a:pt x="2305064" y="894669"/>
                  <a:pt x="2293898" y="896431"/>
                </a:cubicBezTo>
                <a:cubicBezTo>
                  <a:pt x="2282637" y="890404"/>
                  <a:pt x="2242346" y="900851"/>
                  <a:pt x="2243927" y="888076"/>
                </a:cubicBezTo>
                <a:cubicBezTo>
                  <a:pt x="2228778" y="890081"/>
                  <a:pt x="2220725" y="895845"/>
                  <a:pt x="2223920" y="887331"/>
                </a:cubicBezTo>
                <a:cubicBezTo>
                  <a:pt x="2218877" y="887756"/>
                  <a:pt x="2215583" y="887254"/>
                  <a:pt x="2213081" y="886302"/>
                </a:cubicBezTo>
                <a:lnTo>
                  <a:pt x="2212307" y="885829"/>
                </a:lnTo>
                <a:lnTo>
                  <a:pt x="2152321" y="894418"/>
                </a:lnTo>
                <a:lnTo>
                  <a:pt x="2140985" y="895968"/>
                </a:lnTo>
                <a:lnTo>
                  <a:pt x="2121210" y="899354"/>
                </a:lnTo>
                <a:lnTo>
                  <a:pt x="2119146" y="899033"/>
                </a:lnTo>
                <a:lnTo>
                  <a:pt x="2105666" y="902240"/>
                </a:lnTo>
                <a:cubicBezTo>
                  <a:pt x="2101407" y="903601"/>
                  <a:pt x="2097735" y="905221"/>
                  <a:pt x="2094924" y="907203"/>
                </a:cubicBezTo>
                <a:cubicBezTo>
                  <a:pt x="2044793" y="900664"/>
                  <a:pt x="2001785" y="912168"/>
                  <a:pt x="1949478" y="913748"/>
                </a:cubicBezTo>
                <a:cubicBezTo>
                  <a:pt x="1891937" y="919585"/>
                  <a:pt x="1810334" y="935486"/>
                  <a:pt x="1749684" y="942223"/>
                </a:cubicBezTo>
                <a:lnTo>
                  <a:pt x="1585576" y="954170"/>
                </a:lnTo>
                <a:cubicBezTo>
                  <a:pt x="1549165" y="943719"/>
                  <a:pt x="1511425" y="950847"/>
                  <a:pt x="1476250" y="950653"/>
                </a:cubicBezTo>
                <a:cubicBezTo>
                  <a:pt x="1488515" y="961596"/>
                  <a:pt x="1432660" y="946795"/>
                  <a:pt x="1433927" y="959926"/>
                </a:cubicBezTo>
                <a:cubicBezTo>
                  <a:pt x="1427485" y="959475"/>
                  <a:pt x="1421205" y="958623"/>
                  <a:pt x="1414893" y="957671"/>
                </a:cubicBezTo>
                <a:lnTo>
                  <a:pt x="1411585" y="957179"/>
                </a:lnTo>
                <a:lnTo>
                  <a:pt x="1398896" y="957460"/>
                </a:lnTo>
                <a:lnTo>
                  <a:pt x="1394632" y="954725"/>
                </a:lnTo>
                <a:lnTo>
                  <a:pt x="1375043" y="953132"/>
                </a:lnTo>
                <a:cubicBezTo>
                  <a:pt x="1367813" y="952970"/>
                  <a:pt x="1360155" y="953305"/>
                  <a:pt x="1351876" y="954436"/>
                </a:cubicBezTo>
                <a:cubicBezTo>
                  <a:pt x="1325912" y="963028"/>
                  <a:pt x="1274459" y="952492"/>
                  <a:pt x="1242676" y="963767"/>
                </a:cubicBezTo>
                <a:cubicBezTo>
                  <a:pt x="1230276" y="966918"/>
                  <a:pt x="1216715" y="977098"/>
                  <a:pt x="1205993" y="974080"/>
                </a:cubicBezTo>
                <a:cubicBezTo>
                  <a:pt x="1174251" y="974112"/>
                  <a:pt x="1086982" y="964420"/>
                  <a:pt x="1052221" y="963954"/>
                </a:cubicBezTo>
                <a:cubicBezTo>
                  <a:pt x="1038515" y="970622"/>
                  <a:pt x="1009522" y="962342"/>
                  <a:pt x="968270" y="964761"/>
                </a:cubicBezTo>
                <a:cubicBezTo>
                  <a:pt x="943437" y="973698"/>
                  <a:pt x="900136" y="991017"/>
                  <a:pt x="874493" y="998122"/>
                </a:cubicBezTo>
                <a:cubicBezTo>
                  <a:pt x="848849" y="1005226"/>
                  <a:pt x="853424" y="1009427"/>
                  <a:pt x="814411" y="1007391"/>
                </a:cubicBezTo>
                <a:cubicBezTo>
                  <a:pt x="765926" y="1022821"/>
                  <a:pt x="732885" y="1009859"/>
                  <a:pt x="688604" y="1015631"/>
                </a:cubicBezTo>
                <a:cubicBezTo>
                  <a:pt x="638045" y="1020877"/>
                  <a:pt x="677999" y="1011556"/>
                  <a:pt x="618171" y="1027260"/>
                </a:cubicBezTo>
                <a:cubicBezTo>
                  <a:pt x="609680" y="1023165"/>
                  <a:pt x="583253" y="1020277"/>
                  <a:pt x="570379" y="1023487"/>
                </a:cubicBezTo>
                <a:cubicBezTo>
                  <a:pt x="543992" y="1022523"/>
                  <a:pt x="505183" y="1001686"/>
                  <a:pt x="482519" y="1002108"/>
                </a:cubicBezTo>
                <a:cubicBezTo>
                  <a:pt x="464011" y="1002285"/>
                  <a:pt x="495211" y="1007995"/>
                  <a:pt x="475319" y="1009922"/>
                </a:cubicBezTo>
                <a:cubicBezTo>
                  <a:pt x="450818" y="1011135"/>
                  <a:pt x="454804" y="1022539"/>
                  <a:pt x="431104" y="1009317"/>
                </a:cubicBezTo>
                <a:cubicBezTo>
                  <a:pt x="406857" y="1014651"/>
                  <a:pt x="399686" y="1008456"/>
                  <a:pt x="363782" y="1007585"/>
                </a:cubicBezTo>
                <a:cubicBezTo>
                  <a:pt x="350440" y="1012231"/>
                  <a:pt x="338145" y="1011245"/>
                  <a:pt x="325533" y="1008502"/>
                </a:cubicBezTo>
                <a:cubicBezTo>
                  <a:pt x="291944" y="1011745"/>
                  <a:pt x="259251" y="1008497"/>
                  <a:pt x="220429" y="1008927"/>
                </a:cubicBezTo>
                <a:cubicBezTo>
                  <a:pt x="180594" y="1015852"/>
                  <a:pt x="156150" y="1007265"/>
                  <a:pt x="114676" y="1007765"/>
                </a:cubicBezTo>
                <a:cubicBezTo>
                  <a:pt x="85718" y="1006195"/>
                  <a:pt x="43316" y="1001491"/>
                  <a:pt x="13470" y="998544"/>
                </a:cubicBezTo>
                <a:lnTo>
                  <a:pt x="0" y="997355"/>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0" name="TextBox 9">
            <a:extLst>
              <a:ext uri="{FF2B5EF4-FFF2-40B4-BE49-F238E27FC236}">
                <a16:creationId xmlns:a16="http://schemas.microsoft.com/office/drawing/2014/main" id="{3030484C-0614-5B33-65A6-28CAA2C8B2B3}"/>
              </a:ext>
            </a:extLst>
          </p:cNvPr>
          <p:cNvSpPr txBox="1"/>
          <p:nvPr/>
        </p:nvSpPr>
        <p:spPr>
          <a:xfrm>
            <a:off x="2483518" y="85506"/>
            <a:ext cx="7538786" cy="646331"/>
          </a:xfrm>
          <a:prstGeom prst="rect">
            <a:avLst/>
          </a:prstGeom>
          <a:noFill/>
        </p:spPr>
        <p:txBody>
          <a:bodyPr wrap="square">
            <a:spAutoFit/>
          </a:bodyPr>
          <a:lstStyle/>
          <a:p>
            <a:r>
              <a:rPr lang="en-US" sz="3600" dirty="0"/>
              <a:t>Global job data with “AI” as keyword</a:t>
            </a:r>
          </a:p>
        </p:txBody>
      </p:sp>
      <p:pic>
        <p:nvPicPr>
          <p:cNvPr id="31" name="Picture 30" descr="01_global_trends.png"/>
          <p:cNvPicPr>
            <a:picLocks noChangeAspect="1"/>
          </p:cNvPicPr>
          <p:nvPr/>
        </p:nvPicPr>
        <p:blipFill>
          <a:blip r:embed="rId2"/>
          <a:stretch>
            <a:fillRect/>
          </a:stretch>
        </p:blipFill>
        <p:spPr>
          <a:xfrm>
            <a:off x="429768" y="411480"/>
            <a:ext cx="11292840" cy="3931920"/>
          </a:xfrm>
          <a:prstGeom prst="rect">
            <a:avLst/>
          </a:prstGeom>
        </p:spPr>
      </p:pic>
      <p:pic>
        <p:nvPicPr>
          <p:cNvPr id="32" name="Picture 31" descr="03_remote_hybrid_onsite.png"/>
          <p:cNvPicPr>
            <a:picLocks noChangeAspect="1"/>
          </p:cNvPicPr>
          <p:nvPr/>
        </p:nvPicPr>
        <p:blipFill>
          <a:blip r:embed="rId3"/>
          <a:stretch>
            <a:fillRect/>
          </a:stretch>
        </p:blipFill>
        <p:spPr>
          <a:xfrm>
            <a:off x="429768" y="4434840"/>
            <a:ext cx="11292840" cy="2331720"/>
          </a:xfrm>
          <a:prstGeom prst="rect">
            <a:avLst/>
          </a:prstGeom>
        </p:spPr>
      </p:pic>
    </p:spTree>
    <p:extLst>
      <p:ext uri="{BB962C8B-B14F-4D97-AF65-F5344CB8AC3E}">
        <p14:creationId xmlns:p14="http://schemas.microsoft.com/office/powerpoint/2010/main" val="74964428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34A2B13-3487-D963-591B-14DE38FDF015}"/>
            </a:ext>
          </a:extLst>
        </p:cNvPr>
        <p:cNvGrpSpPr/>
        <p:nvPr/>
      </p:nvGrpSpPr>
      <p:grpSpPr>
        <a:xfrm>
          <a:off x="0" y="0"/>
          <a:ext cx="0" cy="0"/>
          <a:chOff x="0" y="0"/>
          <a:chExt cx="0" cy="0"/>
        </a:xfrm>
      </p:grpSpPr>
      <p:sp useBgFill="1">
        <p:nvSpPr>
          <p:cNvPr id="29" name="Rectangle 28">
            <a:extLst>
              <a:ext uri="{FF2B5EF4-FFF2-40B4-BE49-F238E27FC236}">
                <a16:creationId xmlns:a16="http://schemas.microsoft.com/office/drawing/2014/main" id="{4271A9CF-19E9-7742-9DB7-72E36153E5F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Freeform: Shape 29">
            <a:extLst>
              <a:ext uri="{FF2B5EF4-FFF2-40B4-BE49-F238E27FC236}">
                <a16:creationId xmlns:a16="http://schemas.microsoft.com/office/drawing/2014/main" id="{3E6314F3-5A3D-4171-F492-9B964464F7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1766176" cy="2061837"/>
          </a:xfrm>
          <a:custGeom>
            <a:avLst/>
            <a:gdLst>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13657 w 10768629"/>
              <a:gd name="connsiteY144" fmla="*/ 1730706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40853 w 10768629"/>
              <a:gd name="connsiteY141" fmla="*/ 1657958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232341 w 10768629"/>
              <a:gd name="connsiteY179" fmla="*/ 1785942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232341 w 10768629"/>
              <a:gd name="connsiteY179" fmla="*/ 1785942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9462 w 10768629"/>
              <a:gd name="connsiteY48" fmla="*/ 987106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0257 w 10768629"/>
              <a:gd name="connsiteY182" fmla="*/ 1789615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84330 h 1978172"/>
              <a:gd name="connsiteX182" fmla="*/ 1120257 w 10768629"/>
              <a:gd name="connsiteY182" fmla="*/ 1789615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Lst>
            <a:rect l="l" t="t" r="r" b="b"/>
            <a:pathLst>
              <a:path w="10768629" h="1978172">
                <a:moveTo>
                  <a:pt x="0" y="0"/>
                </a:moveTo>
                <a:lnTo>
                  <a:pt x="10768629" y="0"/>
                </a:lnTo>
                <a:lnTo>
                  <a:pt x="10733254" y="31439"/>
                </a:lnTo>
                <a:lnTo>
                  <a:pt x="10727085" y="37910"/>
                </a:lnTo>
                <a:cubicBezTo>
                  <a:pt x="10712973" y="56080"/>
                  <a:pt x="10699457" y="78430"/>
                  <a:pt x="10675953" y="68623"/>
                </a:cubicBezTo>
                <a:cubicBezTo>
                  <a:pt x="10685972" y="89202"/>
                  <a:pt x="10641629" y="69781"/>
                  <a:pt x="10637091" y="90361"/>
                </a:cubicBezTo>
                <a:cubicBezTo>
                  <a:pt x="10635214" y="107005"/>
                  <a:pt x="10621323" y="104993"/>
                  <a:pt x="10610971" y="110764"/>
                </a:cubicBezTo>
                <a:cubicBezTo>
                  <a:pt x="10603980" y="127568"/>
                  <a:pt x="10551417" y="141180"/>
                  <a:pt x="10532872" y="138028"/>
                </a:cubicBezTo>
                <a:cubicBezTo>
                  <a:pt x="10480300" y="119072"/>
                  <a:pt x="10440532" y="186296"/>
                  <a:pt x="10398558" y="172911"/>
                </a:cubicBezTo>
                <a:cubicBezTo>
                  <a:pt x="10387708" y="174114"/>
                  <a:pt x="10378792" y="177646"/>
                  <a:pt x="10371128" y="182609"/>
                </a:cubicBezTo>
                <a:lnTo>
                  <a:pt x="10352178" y="199976"/>
                </a:lnTo>
                <a:lnTo>
                  <a:pt x="10351815" y="211879"/>
                </a:lnTo>
                <a:lnTo>
                  <a:pt x="10337471" y="218661"/>
                </a:lnTo>
                <a:lnTo>
                  <a:pt x="10334625" y="222351"/>
                </a:lnTo>
                <a:cubicBezTo>
                  <a:pt x="10321108" y="225227"/>
                  <a:pt x="10278615" y="228401"/>
                  <a:pt x="10256365" y="235917"/>
                </a:cubicBezTo>
                <a:cubicBezTo>
                  <a:pt x="10218136" y="258033"/>
                  <a:pt x="10224552" y="209685"/>
                  <a:pt x="10201127" y="267448"/>
                </a:cubicBezTo>
                <a:cubicBezTo>
                  <a:pt x="10121320" y="273476"/>
                  <a:pt x="10040763" y="345580"/>
                  <a:pt x="9961218" y="326720"/>
                </a:cubicBezTo>
                <a:cubicBezTo>
                  <a:pt x="9980173" y="341621"/>
                  <a:pt x="9883038" y="318484"/>
                  <a:pt x="9859715" y="355698"/>
                </a:cubicBezTo>
                <a:cubicBezTo>
                  <a:pt x="9812822" y="367758"/>
                  <a:pt x="9752089" y="383830"/>
                  <a:pt x="9679867" y="399081"/>
                </a:cubicBezTo>
                <a:cubicBezTo>
                  <a:pt x="9618357" y="415668"/>
                  <a:pt x="9525492" y="446315"/>
                  <a:pt x="9490654" y="455225"/>
                </a:cubicBezTo>
                <a:lnTo>
                  <a:pt x="9470837" y="452539"/>
                </a:lnTo>
                <a:lnTo>
                  <a:pt x="9469082" y="454891"/>
                </a:lnTo>
                <a:cubicBezTo>
                  <a:pt x="9460057" y="461184"/>
                  <a:pt x="9453495" y="461729"/>
                  <a:pt x="9448038" y="459733"/>
                </a:cubicBezTo>
                <a:lnTo>
                  <a:pt x="9396821" y="455795"/>
                </a:lnTo>
                <a:lnTo>
                  <a:pt x="9392197" y="459796"/>
                </a:lnTo>
                <a:lnTo>
                  <a:pt x="9347994" y="464462"/>
                </a:lnTo>
                <a:cubicBezTo>
                  <a:pt x="9347959" y="465155"/>
                  <a:pt x="9347925" y="465846"/>
                  <a:pt x="9347889" y="466539"/>
                </a:cubicBezTo>
                <a:cubicBezTo>
                  <a:pt x="9346648" y="471307"/>
                  <a:pt x="9343831" y="475025"/>
                  <a:pt x="9337639" y="476654"/>
                </a:cubicBezTo>
                <a:cubicBezTo>
                  <a:pt x="9354547" y="503661"/>
                  <a:pt x="9307720" y="510631"/>
                  <a:pt x="9287964" y="513052"/>
                </a:cubicBezTo>
                <a:cubicBezTo>
                  <a:pt x="9269905" y="526173"/>
                  <a:pt x="9245386" y="544358"/>
                  <a:pt x="9229283" y="555377"/>
                </a:cubicBezTo>
                <a:lnTo>
                  <a:pt x="9220274" y="557502"/>
                </a:lnTo>
                <a:cubicBezTo>
                  <a:pt x="9220250" y="557668"/>
                  <a:pt x="9220226" y="557835"/>
                  <a:pt x="9220202" y="558001"/>
                </a:cubicBezTo>
                <a:cubicBezTo>
                  <a:pt x="9218468" y="559434"/>
                  <a:pt x="9215591" y="560497"/>
                  <a:pt x="9210908" y="561147"/>
                </a:cubicBezTo>
                <a:lnTo>
                  <a:pt x="9186374" y="565502"/>
                </a:lnTo>
                <a:lnTo>
                  <a:pt x="9181058" y="569943"/>
                </a:lnTo>
                <a:lnTo>
                  <a:pt x="9167549" y="584727"/>
                </a:lnTo>
                <a:lnTo>
                  <a:pt x="9149110" y="598906"/>
                </a:lnTo>
                <a:cubicBezTo>
                  <a:pt x="9133575" y="594395"/>
                  <a:pt x="9087390" y="636567"/>
                  <a:pt x="9078556" y="644039"/>
                </a:cubicBezTo>
                <a:lnTo>
                  <a:pt x="8996399" y="690055"/>
                </a:lnTo>
                <a:cubicBezTo>
                  <a:pt x="8913147" y="777045"/>
                  <a:pt x="8867993" y="772591"/>
                  <a:pt x="8803791" y="813860"/>
                </a:cubicBezTo>
                <a:cubicBezTo>
                  <a:pt x="8745270" y="819906"/>
                  <a:pt x="8690049" y="823612"/>
                  <a:pt x="8636202" y="848463"/>
                </a:cubicBezTo>
                <a:cubicBezTo>
                  <a:pt x="8594799" y="860014"/>
                  <a:pt x="8568613" y="864779"/>
                  <a:pt x="8555372" y="883171"/>
                </a:cubicBezTo>
                <a:lnTo>
                  <a:pt x="8507229" y="901665"/>
                </a:lnTo>
                <a:lnTo>
                  <a:pt x="8428473" y="927985"/>
                </a:lnTo>
                <a:cubicBezTo>
                  <a:pt x="8428287" y="929817"/>
                  <a:pt x="8428100" y="931648"/>
                  <a:pt x="8427914" y="933480"/>
                </a:cubicBezTo>
                <a:lnTo>
                  <a:pt x="8420327" y="941984"/>
                </a:lnTo>
                <a:lnTo>
                  <a:pt x="8394729" y="948347"/>
                </a:lnTo>
                <a:lnTo>
                  <a:pt x="8380548" y="987916"/>
                </a:lnTo>
                <a:lnTo>
                  <a:pt x="8375330" y="965444"/>
                </a:lnTo>
                <a:cubicBezTo>
                  <a:pt x="8372375" y="964202"/>
                  <a:pt x="8344433" y="977378"/>
                  <a:pt x="8340796" y="980522"/>
                </a:cubicBezTo>
                <a:cubicBezTo>
                  <a:pt x="8328292" y="982128"/>
                  <a:pt x="8319237" y="991089"/>
                  <a:pt x="8304438" y="996739"/>
                </a:cubicBezTo>
                <a:cubicBezTo>
                  <a:pt x="8297193" y="1005683"/>
                  <a:pt x="8289328" y="1014568"/>
                  <a:pt x="8280929" y="1023089"/>
                </a:cubicBezTo>
                <a:lnTo>
                  <a:pt x="8275760" y="1027772"/>
                </a:lnTo>
                <a:lnTo>
                  <a:pt x="8275478" y="1027605"/>
                </a:lnTo>
                <a:cubicBezTo>
                  <a:pt x="8273970" y="1028076"/>
                  <a:pt x="8251461" y="1029408"/>
                  <a:pt x="8249003" y="1032033"/>
                </a:cubicBezTo>
                <a:lnTo>
                  <a:pt x="8203836" y="1037347"/>
                </a:lnTo>
                <a:cubicBezTo>
                  <a:pt x="8172789" y="1049890"/>
                  <a:pt x="8148166" y="1034625"/>
                  <a:pt x="8122936" y="1063113"/>
                </a:cubicBezTo>
                <a:cubicBezTo>
                  <a:pt x="8093850" y="1074757"/>
                  <a:pt x="8066781" y="1075350"/>
                  <a:pt x="8043658" y="1092746"/>
                </a:cubicBezTo>
                <a:cubicBezTo>
                  <a:pt x="8032157" y="1089174"/>
                  <a:pt x="8022145" y="1089998"/>
                  <a:pt x="8015351" y="1105478"/>
                </a:cubicBezTo>
                <a:cubicBezTo>
                  <a:pt x="7987544" y="1113006"/>
                  <a:pt x="7977708" y="1099152"/>
                  <a:pt x="7963145" y="1119346"/>
                </a:cubicBezTo>
                <a:cubicBezTo>
                  <a:pt x="7942622" y="1098880"/>
                  <a:pt x="7943760" y="1109516"/>
                  <a:pt x="7938145" y="1120225"/>
                </a:cubicBezTo>
                <a:lnTo>
                  <a:pt x="7937238" y="1121204"/>
                </a:lnTo>
                <a:lnTo>
                  <a:pt x="7934398" y="1118240"/>
                </a:lnTo>
                <a:lnTo>
                  <a:pt x="7918248" y="1124371"/>
                </a:lnTo>
                <a:lnTo>
                  <a:pt x="7914119" y="1127653"/>
                </a:lnTo>
                <a:cubicBezTo>
                  <a:pt x="7911201" y="1129547"/>
                  <a:pt x="7909169" y="1130331"/>
                  <a:pt x="7907658" y="1130350"/>
                </a:cubicBezTo>
                <a:lnTo>
                  <a:pt x="7907434" y="1130103"/>
                </a:lnTo>
                <a:lnTo>
                  <a:pt x="7901508" y="1133245"/>
                </a:lnTo>
                <a:cubicBezTo>
                  <a:pt x="7891644" y="1139271"/>
                  <a:pt x="7882185" y="1145815"/>
                  <a:pt x="7873287" y="1152609"/>
                </a:cubicBezTo>
                <a:cubicBezTo>
                  <a:pt x="7864672" y="1141906"/>
                  <a:pt x="7845199" y="1159242"/>
                  <a:pt x="7834833" y="1153868"/>
                </a:cubicBezTo>
                <a:lnTo>
                  <a:pt x="7828661" y="1139994"/>
                </a:lnTo>
                <a:lnTo>
                  <a:pt x="7823966" y="1143178"/>
                </a:lnTo>
                <a:lnTo>
                  <a:pt x="7815078" y="1151776"/>
                </a:lnTo>
                <a:cubicBezTo>
                  <a:pt x="7813692" y="1152943"/>
                  <a:pt x="7812687" y="1153116"/>
                  <a:pt x="7812026" y="1151522"/>
                </a:cubicBezTo>
                <a:cubicBezTo>
                  <a:pt x="7806555" y="1153054"/>
                  <a:pt x="7788673" y="1159989"/>
                  <a:pt x="7782249" y="1160970"/>
                </a:cubicBezTo>
                <a:lnTo>
                  <a:pt x="7773476" y="1157414"/>
                </a:lnTo>
                <a:lnTo>
                  <a:pt x="7769600" y="1157365"/>
                </a:lnTo>
                <a:lnTo>
                  <a:pt x="7752631" y="1172815"/>
                </a:lnTo>
                <a:lnTo>
                  <a:pt x="7739392" y="1192062"/>
                </a:lnTo>
                <a:lnTo>
                  <a:pt x="7677677" y="1216394"/>
                </a:lnTo>
                <a:lnTo>
                  <a:pt x="7586920" y="1261888"/>
                </a:lnTo>
                <a:cubicBezTo>
                  <a:pt x="7556723" y="1298911"/>
                  <a:pt x="7489187" y="1284518"/>
                  <a:pt x="7486100" y="1292563"/>
                </a:cubicBezTo>
                <a:cubicBezTo>
                  <a:pt x="7454875" y="1308356"/>
                  <a:pt x="7453335" y="1326361"/>
                  <a:pt x="7411323" y="1340732"/>
                </a:cubicBezTo>
                <a:cubicBezTo>
                  <a:pt x="7372519" y="1390006"/>
                  <a:pt x="7288617" y="1403664"/>
                  <a:pt x="7240698" y="1438832"/>
                </a:cubicBezTo>
                <a:cubicBezTo>
                  <a:pt x="7206467" y="1417136"/>
                  <a:pt x="7227555" y="1441678"/>
                  <a:pt x="7197675" y="1447530"/>
                </a:cubicBezTo>
                <a:cubicBezTo>
                  <a:pt x="7211601" y="1474927"/>
                  <a:pt x="7159483" y="1444981"/>
                  <a:pt x="7164788" y="1480293"/>
                </a:cubicBezTo>
                <a:cubicBezTo>
                  <a:pt x="7159184" y="1480240"/>
                  <a:pt x="7153584" y="1479075"/>
                  <a:pt x="7147929" y="1477641"/>
                </a:cubicBezTo>
                <a:lnTo>
                  <a:pt x="7144965" y="1476908"/>
                </a:lnTo>
                <a:lnTo>
                  <a:pt x="7134299" y="1479969"/>
                </a:lnTo>
                <a:lnTo>
                  <a:pt x="7129809" y="1473339"/>
                </a:lnTo>
                <a:lnTo>
                  <a:pt x="7112688" y="1472575"/>
                </a:lnTo>
                <a:cubicBezTo>
                  <a:pt x="7106506" y="1473449"/>
                  <a:pt x="7100123" y="1475741"/>
                  <a:pt x="7093470" y="1480300"/>
                </a:cubicBezTo>
                <a:cubicBezTo>
                  <a:pt x="7079039" y="1501274"/>
                  <a:pt x="7048991" y="1495718"/>
                  <a:pt x="7025034" y="1506934"/>
                </a:cubicBezTo>
                <a:lnTo>
                  <a:pt x="7014783" y="1515868"/>
                </a:lnTo>
                <a:lnTo>
                  <a:pt x="6979706" y="1523511"/>
                </a:lnTo>
                <a:lnTo>
                  <a:pt x="6977890" y="1525793"/>
                </a:lnTo>
                <a:cubicBezTo>
                  <a:pt x="6971996" y="1527914"/>
                  <a:pt x="6959488" y="1529941"/>
                  <a:pt x="6944339" y="1536237"/>
                </a:cubicBezTo>
                <a:lnTo>
                  <a:pt x="6886996" y="1563569"/>
                </a:lnTo>
                <a:lnTo>
                  <a:pt x="6874510" y="1558469"/>
                </a:lnTo>
                <a:lnTo>
                  <a:pt x="6871943" y="1554651"/>
                </a:lnTo>
                <a:lnTo>
                  <a:pt x="6856174" y="1562024"/>
                </a:lnTo>
                <a:lnTo>
                  <a:pt x="6842321" y="1560554"/>
                </a:lnTo>
                <a:lnTo>
                  <a:pt x="6832713" y="1569357"/>
                </a:lnTo>
                <a:lnTo>
                  <a:pt x="6816351" y="1571495"/>
                </a:lnTo>
                <a:cubicBezTo>
                  <a:pt x="6810216" y="1571510"/>
                  <a:pt x="6803310" y="1571324"/>
                  <a:pt x="6795800" y="1572010"/>
                </a:cubicBezTo>
                <a:lnTo>
                  <a:pt x="6777546" y="1568661"/>
                </a:lnTo>
                <a:lnTo>
                  <a:pt x="6751528" y="1574143"/>
                </a:lnTo>
                <a:cubicBezTo>
                  <a:pt x="6731455" y="1578562"/>
                  <a:pt x="6712054" y="1582098"/>
                  <a:pt x="6691966" y="1582255"/>
                </a:cubicBezTo>
                <a:cubicBezTo>
                  <a:pt x="6677921" y="1590738"/>
                  <a:pt x="6663787" y="1595441"/>
                  <a:pt x="6646941" y="1588471"/>
                </a:cubicBezTo>
                <a:cubicBezTo>
                  <a:pt x="6605135" y="1597971"/>
                  <a:pt x="6598373" y="1612583"/>
                  <a:pt x="6568576" y="1606488"/>
                </a:cubicBezTo>
                <a:cubicBezTo>
                  <a:pt x="6562510" y="1614734"/>
                  <a:pt x="6558067" y="1619360"/>
                  <a:pt x="6554358" y="1621701"/>
                </a:cubicBezTo>
                <a:cubicBezTo>
                  <a:pt x="6543227" y="1628727"/>
                  <a:pt x="6538724" y="1615196"/>
                  <a:pt x="6516968" y="1617195"/>
                </a:cubicBezTo>
                <a:cubicBezTo>
                  <a:pt x="6493173" y="1617368"/>
                  <a:pt x="6528193" y="1598652"/>
                  <a:pt x="6506479" y="1602227"/>
                </a:cubicBezTo>
                <a:cubicBezTo>
                  <a:pt x="6486674" y="1613929"/>
                  <a:pt x="6478484" y="1593997"/>
                  <a:pt x="6458436" y="1607332"/>
                </a:cubicBezTo>
                <a:cubicBezTo>
                  <a:pt x="6471168" y="1620800"/>
                  <a:pt x="6410323" y="1615478"/>
                  <a:pt x="6414786" y="1628815"/>
                </a:cubicBezTo>
                <a:cubicBezTo>
                  <a:pt x="6385942" y="1615041"/>
                  <a:pt x="6386569" y="1640238"/>
                  <a:pt x="6357085" y="1640846"/>
                </a:cubicBezTo>
                <a:cubicBezTo>
                  <a:pt x="6341163" y="1636809"/>
                  <a:pt x="6331497" y="1637754"/>
                  <a:pt x="6322636" y="1648213"/>
                </a:cubicBezTo>
                <a:cubicBezTo>
                  <a:pt x="6248448" y="1627802"/>
                  <a:pt x="6286748" y="1654976"/>
                  <a:pt x="6226172" y="1654676"/>
                </a:cubicBezTo>
                <a:lnTo>
                  <a:pt x="6221217" y="1654506"/>
                </a:lnTo>
                <a:lnTo>
                  <a:pt x="6204956" y="1664280"/>
                </a:lnTo>
                <a:cubicBezTo>
                  <a:pt x="6204728" y="1665114"/>
                  <a:pt x="6204498" y="1665947"/>
                  <a:pt x="6204270" y="1666782"/>
                </a:cubicBezTo>
                <a:lnTo>
                  <a:pt x="6143810" y="1661963"/>
                </a:lnTo>
                <a:lnTo>
                  <a:pt x="6136560" y="1665728"/>
                </a:lnTo>
                <a:lnTo>
                  <a:pt x="6096155" y="1656951"/>
                </a:lnTo>
                <a:lnTo>
                  <a:pt x="6075812" y="1655422"/>
                </a:lnTo>
                <a:lnTo>
                  <a:pt x="6039495" y="1649680"/>
                </a:lnTo>
                <a:lnTo>
                  <a:pt x="6036523" y="1652121"/>
                </a:lnTo>
                <a:lnTo>
                  <a:pt x="6029328" y="1649904"/>
                </a:lnTo>
                <a:lnTo>
                  <a:pt x="6024075" y="1652779"/>
                </a:lnTo>
                <a:lnTo>
                  <a:pt x="6018085" y="1652030"/>
                </a:lnTo>
                <a:cubicBezTo>
                  <a:pt x="6006658" y="1653831"/>
                  <a:pt x="5968194" y="1662035"/>
                  <a:pt x="5955513" y="1663584"/>
                </a:cubicBezTo>
                <a:lnTo>
                  <a:pt x="5941996" y="1661326"/>
                </a:lnTo>
                <a:lnTo>
                  <a:pt x="5931789" y="1669915"/>
                </a:lnTo>
                <a:lnTo>
                  <a:pt x="5888686" y="1672175"/>
                </a:lnTo>
                <a:lnTo>
                  <a:pt x="5873794" y="1665454"/>
                </a:lnTo>
                <a:lnTo>
                  <a:pt x="5860022" y="1660635"/>
                </a:lnTo>
                <a:lnTo>
                  <a:pt x="5858237" y="1660649"/>
                </a:lnTo>
                <a:lnTo>
                  <a:pt x="5840319" y="1660798"/>
                </a:lnTo>
                <a:lnTo>
                  <a:pt x="5806984" y="1661075"/>
                </a:lnTo>
                <a:cubicBezTo>
                  <a:pt x="5785708" y="1661533"/>
                  <a:pt x="5764126" y="1662974"/>
                  <a:pt x="5742351" y="1667489"/>
                </a:cubicBezTo>
                <a:cubicBezTo>
                  <a:pt x="5659069" y="1645168"/>
                  <a:pt x="5615134" y="1706361"/>
                  <a:pt x="5521171" y="1671626"/>
                </a:cubicBezTo>
                <a:cubicBezTo>
                  <a:pt x="5491803" y="1671296"/>
                  <a:pt x="5498089" y="1662666"/>
                  <a:pt x="5457384" y="1683952"/>
                </a:cubicBezTo>
                <a:cubicBezTo>
                  <a:pt x="5356959" y="1699287"/>
                  <a:pt x="5078905" y="1774579"/>
                  <a:pt x="4950070" y="1748401"/>
                </a:cubicBezTo>
                <a:cubicBezTo>
                  <a:pt x="4918276" y="1752255"/>
                  <a:pt x="4891043" y="1756936"/>
                  <a:pt x="4872172" y="1757222"/>
                </a:cubicBezTo>
                <a:lnTo>
                  <a:pt x="4809524" y="1761033"/>
                </a:lnTo>
                <a:cubicBezTo>
                  <a:pt x="4791324" y="1772975"/>
                  <a:pt x="4777258" y="1754591"/>
                  <a:pt x="4759058" y="1766533"/>
                </a:cubicBezTo>
                <a:cubicBezTo>
                  <a:pt x="4747481" y="1770744"/>
                  <a:pt x="4734604" y="1772921"/>
                  <a:pt x="4719749" y="1771811"/>
                </a:cubicBezTo>
                <a:cubicBezTo>
                  <a:pt x="4671168" y="1780243"/>
                  <a:pt x="4634134" y="1775931"/>
                  <a:pt x="4568686" y="1786141"/>
                </a:cubicBezTo>
                <a:cubicBezTo>
                  <a:pt x="4544667" y="1777910"/>
                  <a:pt x="4432547" y="1778168"/>
                  <a:pt x="4418751" y="1796932"/>
                </a:cubicBezTo>
                <a:cubicBezTo>
                  <a:pt x="4403360" y="1801488"/>
                  <a:pt x="4385278" y="1795746"/>
                  <a:pt x="4378377" y="1815528"/>
                </a:cubicBezTo>
                <a:cubicBezTo>
                  <a:pt x="4366870" y="1839461"/>
                  <a:pt x="4337372" y="1814003"/>
                  <a:pt x="4320575" y="1832722"/>
                </a:cubicBezTo>
                <a:cubicBezTo>
                  <a:pt x="4277898" y="1857053"/>
                  <a:pt x="4243945" y="1846759"/>
                  <a:pt x="4211935" y="1860177"/>
                </a:cubicBezTo>
                <a:cubicBezTo>
                  <a:pt x="4181519" y="1859584"/>
                  <a:pt x="4171342" y="1859762"/>
                  <a:pt x="4101228" y="1868717"/>
                </a:cubicBezTo>
                <a:cubicBezTo>
                  <a:pt x="4080159" y="1876188"/>
                  <a:pt x="4039427" y="1877381"/>
                  <a:pt x="3973223" y="1881015"/>
                </a:cubicBezTo>
                <a:cubicBezTo>
                  <a:pt x="3971330" y="1884974"/>
                  <a:pt x="3952843" y="1879225"/>
                  <a:pt x="3900992" y="1880603"/>
                </a:cubicBezTo>
                <a:cubicBezTo>
                  <a:pt x="3849141" y="1881981"/>
                  <a:pt x="3740060" y="1895686"/>
                  <a:pt x="3662119" y="1889285"/>
                </a:cubicBezTo>
                <a:cubicBezTo>
                  <a:pt x="3565155" y="1881322"/>
                  <a:pt x="3613412" y="1915150"/>
                  <a:pt x="3496919" y="1873180"/>
                </a:cubicBezTo>
                <a:cubicBezTo>
                  <a:pt x="3488062" y="1895719"/>
                  <a:pt x="3474293" y="1876288"/>
                  <a:pt x="3449433" y="1889681"/>
                </a:cubicBezTo>
                <a:cubicBezTo>
                  <a:pt x="3406553" y="1891629"/>
                  <a:pt x="3413217" y="1897797"/>
                  <a:pt x="3369766" y="1916653"/>
                </a:cubicBezTo>
                <a:cubicBezTo>
                  <a:pt x="3338805" y="1929531"/>
                  <a:pt x="3289487" y="1928617"/>
                  <a:pt x="3269672" y="1938036"/>
                </a:cubicBezTo>
                <a:lnTo>
                  <a:pt x="3224897" y="1943733"/>
                </a:lnTo>
                <a:cubicBezTo>
                  <a:pt x="3188693" y="1949271"/>
                  <a:pt x="3178540" y="1909145"/>
                  <a:pt x="3161463" y="1946591"/>
                </a:cubicBezTo>
                <a:lnTo>
                  <a:pt x="3112044" y="1935614"/>
                </a:lnTo>
                <a:lnTo>
                  <a:pt x="3069716" y="1930463"/>
                </a:lnTo>
                <a:cubicBezTo>
                  <a:pt x="3049937" y="1924285"/>
                  <a:pt x="3047816" y="1925644"/>
                  <a:pt x="3005773" y="1915878"/>
                </a:cubicBezTo>
                <a:cubicBezTo>
                  <a:pt x="2978838" y="1921092"/>
                  <a:pt x="2967972" y="1927319"/>
                  <a:pt x="2897201" y="1926772"/>
                </a:cubicBezTo>
                <a:lnTo>
                  <a:pt x="2783891" y="1931749"/>
                </a:lnTo>
                <a:cubicBezTo>
                  <a:pt x="2753098" y="1932794"/>
                  <a:pt x="2731621" y="1915151"/>
                  <a:pt x="2712447" y="1933044"/>
                </a:cubicBezTo>
                <a:cubicBezTo>
                  <a:pt x="2621923" y="1990472"/>
                  <a:pt x="2637976" y="1949546"/>
                  <a:pt x="2560151" y="1963609"/>
                </a:cubicBezTo>
                <a:cubicBezTo>
                  <a:pt x="2472084" y="1973456"/>
                  <a:pt x="2423631" y="1962133"/>
                  <a:pt x="2367221" y="1971884"/>
                </a:cubicBezTo>
                <a:cubicBezTo>
                  <a:pt x="2355331" y="1950582"/>
                  <a:pt x="2295649" y="1950006"/>
                  <a:pt x="2272130" y="1961162"/>
                </a:cubicBezTo>
                <a:cubicBezTo>
                  <a:pt x="2229336" y="1964326"/>
                  <a:pt x="2232627" y="1943953"/>
                  <a:pt x="2189404" y="1978172"/>
                </a:cubicBezTo>
                <a:cubicBezTo>
                  <a:pt x="2153824" y="1968017"/>
                  <a:pt x="2114605" y="1969166"/>
                  <a:pt x="2077704" y="1965002"/>
                </a:cubicBezTo>
                <a:cubicBezTo>
                  <a:pt x="2053064" y="1962036"/>
                  <a:pt x="2051584" y="1971011"/>
                  <a:pt x="2033299" y="1969042"/>
                </a:cubicBezTo>
                <a:cubicBezTo>
                  <a:pt x="2015014" y="1967073"/>
                  <a:pt x="1998956" y="1958903"/>
                  <a:pt x="1967996" y="1953187"/>
                </a:cubicBezTo>
                <a:cubicBezTo>
                  <a:pt x="1924117" y="1970917"/>
                  <a:pt x="1915668" y="1940297"/>
                  <a:pt x="1855805" y="1926082"/>
                </a:cubicBezTo>
                <a:cubicBezTo>
                  <a:pt x="1830663" y="1943732"/>
                  <a:pt x="1810564" y="1935694"/>
                  <a:pt x="1790957" y="1919460"/>
                </a:cubicBezTo>
                <a:cubicBezTo>
                  <a:pt x="1732588" y="1924884"/>
                  <a:pt x="1679506" y="1900619"/>
                  <a:pt x="1613978" y="1891581"/>
                </a:cubicBezTo>
                <a:cubicBezTo>
                  <a:pt x="1542961" y="1912227"/>
                  <a:pt x="1506863" y="1865666"/>
                  <a:pt x="1436831" y="1856201"/>
                </a:cubicBezTo>
                <a:cubicBezTo>
                  <a:pt x="1409149" y="1862955"/>
                  <a:pt x="1416370" y="1829853"/>
                  <a:pt x="1357365" y="1832140"/>
                </a:cubicBezTo>
                <a:cubicBezTo>
                  <a:pt x="1285880" y="1811785"/>
                  <a:pt x="1273193" y="1786872"/>
                  <a:pt x="1232341" y="1785942"/>
                </a:cubicBezTo>
                <a:cubicBezTo>
                  <a:pt x="1223903" y="1792798"/>
                  <a:pt x="1160576" y="1793911"/>
                  <a:pt x="1162595" y="1784330"/>
                </a:cubicBezTo>
                <a:cubicBezTo>
                  <a:pt x="1153167" y="1787110"/>
                  <a:pt x="1122206" y="1805077"/>
                  <a:pt x="1120257" y="1789615"/>
                </a:cubicBezTo>
                <a:cubicBezTo>
                  <a:pt x="1073149" y="1786750"/>
                  <a:pt x="1034361" y="1768718"/>
                  <a:pt x="991903" y="1786741"/>
                </a:cubicBezTo>
                <a:cubicBezTo>
                  <a:pt x="966383" y="1781126"/>
                  <a:pt x="949501" y="1800915"/>
                  <a:pt x="883960" y="1809389"/>
                </a:cubicBezTo>
                <a:cubicBezTo>
                  <a:pt x="836064" y="1808194"/>
                  <a:pt x="826980" y="1826610"/>
                  <a:pt x="766531" y="1805053"/>
                </a:cubicBezTo>
                <a:cubicBezTo>
                  <a:pt x="732778" y="1801141"/>
                  <a:pt x="694055" y="1787044"/>
                  <a:pt x="669779" y="1800537"/>
                </a:cubicBezTo>
                <a:cubicBezTo>
                  <a:pt x="645252" y="1794709"/>
                  <a:pt x="563495" y="1813232"/>
                  <a:pt x="523898" y="1811085"/>
                </a:cubicBezTo>
                <a:cubicBezTo>
                  <a:pt x="457555" y="1798530"/>
                  <a:pt x="395227" y="1824052"/>
                  <a:pt x="360251" y="1830735"/>
                </a:cubicBezTo>
                <a:cubicBezTo>
                  <a:pt x="313564" y="1825583"/>
                  <a:pt x="298281" y="1811622"/>
                  <a:pt x="255207" y="1818275"/>
                </a:cubicBezTo>
                <a:cubicBezTo>
                  <a:pt x="206572" y="1839769"/>
                  <a:pt x="160277" y="1836800"/>
                  <a:pt x="101803" y="1870647"/>
                </a:cubicBezTo>
                <a:cubicBezTo>
                  <a:pt x="85849" y="1910002"/>
                  <a:pt x="27997" y="1845258"/>
                  <a:pt x="25397" y="1888443"/>
                </a:cubicBezTo>
                <a:cubicBezTo>
                  <a:pt x="19096" y="1881154"/>
                  <a:pt x="11260" y="1878398"/>
                  <a:pt x="2370" y="1878311"/>
                </a:cubicBezTo>
                <a:lnTo>
                  <a:pt x="0" y="1878785"/>
                </a:lnTo>
                <a:lnTo>
                  <a:pt x="0" y="0"/>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D6E5AB3C-FC77-41C9-1B8F-07FC706038E8}"/>
              </a:ext>
            </a:extLst>
          </p:cNvPr>
          <p:cNvSpPr>
            <a:spLocks noGrp="1"/>
          </p:cNvSpPr>
          <p:nvPr>
            <p:ph type="title"/>
          </p:nvPr>
        </p:nvSpPr>
        <p:spPr>
          <a:xfrm>
            <a:off x="1186877" y="24370"/>
            <a:ext cx="9392421" cy="1330841"/>
          </a:xfrm>
        </p:spPr>
        <p:txBody>
          <a:bodyPr vert="horz" lIns="91440" tIns="45720" rIns="91440" bIns="45720" rtlCol="0" anchor="ctr">
            <a:normAutofit/>
          </a:bodyPr>
          <a:lstStyle/>
          <a:p>
            <a:r>
              <a:rPr lang="en-US" sz="4000" dirty="0"/>
              <a:t>Global job data with "AI" as keyword by country</a:t>
            </a:r>
            <a:br>
              <a:rPr lang="en-US" sz="4400" dirty="0"/>
            </a:br>
            <a:endParaRPr lang="en-US" sz="3200" kern="1200" dirty="0">
              <a:solidFill>
                <a:schemeClr val="tx1"/>
              </a:solidFill>
              <a:latin typeface="+mj-lt"/>
              <a:ea typeface="+mj-ea"/>
              <a:cs typeface="+mj-cs"/>
            </a:endParaRPr>
          </a:p>
        </p:txBody>
      </p:sp>
      <p:sp>
        <p:nvSpPr>
          <p:cNvPr id="14" name="Freeform: Shape 13">
            <a:extLst>
              <a:ext uri="{FF2B5EF4-FFF2-40B4-BE49-F238E27FC236}">
                <a16:creationId xmlns:a16="http://schemas.microsoft.com/office/drawing/2014/main" id="{E89CBD10-C67D-1D6B-B5F4-B87D6779DB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5381624" y="6209414"/>
            <a:ext cx="6810375" cy="648586"/>
          </a:xfrm>
          <a:custGeom>
            <a:avLst/>
            <a:gdLst>
              <a:gd name="connsiteX0" fmla="*/ 0 w 10753706"/>
              <a:gd name="connsiteY0" fmla="*/ 0 h 1027260"/>
              <a:gd name="connsiteX1" fmla="*/ 10753706 w 10753706"/>
              <a:gd name="connsiteY1" fmla="*/ 0 h 1027260"/>
              <a:gd name="connsiteX2" fmla="*/ 10748809 w 10753706"/>
              <a:gd name="connsiteY2" fmla="*/ 2522 h 1027260"/>
              <a:gd name="connsiteX3" fmla="*/ 10725330 w 10753706"/>
              <a:gd name="connsiteY3" fmla="*/ 11977 h 1027260"/>
              <a:gd name="connsiteX4" fmla="*/ 10615423 w 10753706"/>
              <a:gd name="connsiteY4" fmla="*/ 52967 h 1027260"/>
              <a:gd name="connsiteX5" fmla="*/ 10533936 w 10753706"/>
              <a:gd name="connsiteY5" fmla="*/ 53095 h 1027260"/>
              <a:gd name="connsiteX6" fmla="*/ 10466876 w 10753706"/>
              <a:gd name="connsiteY6" fmla="*/ 45180 h 1027260"/>
              <a:gd name="connsiteX7" fmla="*/ 10355090 w 10753706"/>
              <a:gd name="connsiteY7" fmla="*/ 89741 h 1027260"/>
              <a:gd name="connsiteX8" fmla="*/ 10087145 w 10753706"/>
              <a:gd name="connsiteY8" fmla="*/ 66115 h 1027260"/>
              <a:gd name="connsiteX9" fmla="*/ 10015902 w 10753706"/>
              <a:gd name="connsiteY9" fmla="*/ 76178 h 1027260"/>
              <a:gd name="connsiteX10" fmla="*/ 9806005 w 10753706"/>
              <a:gd name="connsiteY10" fmla="*/ 102435 h 1027260"/>
              <a:gd name="connsiteX11" fmla="*/ 9602583 w 10753706"/>
              <a:gd name="connsiteY11" fmla="*/ 179170 h 1027260"/>
              <a:gd name="connsiteX12" fmla="*/ 9469719 w 10753706"/>
              <a:gd name="connsiteY12" fmla="*/ 174721 h 1027260"/>
              <a:gd name="connsiteX13" fmla="*/ 9408692 w 10753706"/>
              <a:gd name="connsiteY13" fmla="*/ 189513 h 1027260"/>
              <a:gd name="connsiteX14" fmla="*/ 9364151 w 10753706"/>
              <a:gd name="connsiteY14" fmla="*/ 194072 h 1027260"/>
              <a:gd name="connsiteX15" fmla="*/ 9337751 w 10753706"/>
              <a:gd name="connsiteY15" fmla="*/ 197579 h 1027260"/>
              <a:gd name="connsiteX16" fmla="*/ 9297166 w 10753706"/>
              <a:gd name="connsiteY16" fmla="*/ 216558 h 1027260"/>
              <a:gd name="connsiteX17" fmla="*/ 9123859 w 10753706"/>
              <a:gd name="connsiteY17" fmla="*/ 237356 h 1027260"/>
              <a:gd name="connsiteX18" fmla="*/ 8950741 w 10753706"/>
              <a:gd name="connsiteY18" fmla="*/ 238020 h 1027260"/>
              <a:gd name="connsiteX19" fmla="*/ 8718236 w 10753706"/>
              <a:gd name="connsiteY19" fmla="*/ 303148 h 1027260"/>
              <a:gd name="connsiteX20" fmla="*/ 8694011 w 10753706"/>
              <a:gd name="connsiteY20" fmla="*/ 308812 h 1027260"/>
              <a:gd name="connsiteX21" fmla="*/ 8611976 w 10753706"/>
              <a:gd name="connsiteY21" fmla="*/ 324819 h 1027260"/>
              <a:gd name="connsiteX22" fmla="*/ 8562074 w 10753706"/>
              <a:gd name="connsiteY22" fmla="*/ 337971 h 1027260"/>
              <a:gd name="connsiteX23" fmla="*/ 8501724 w 10753706"/>
              <a:gd name="connsiteY23" fmla="*/ 360865 h 1027260"/>
              <a:gd name="connsiteX24" fmla="*/ 8504489 w 10753706"/>
              <a:gd name="connsiteY24" fmla="*/ 364790 h 1027260"/>
              <a:gd name="connsiteX25" fmla="*/ 8492774 w 10753706"/>
              <a:gd name="connsiteY25" fmla="*/ 366181 h 1027260"/>
              <a:gd name="connsiteX26" fmla="*/ 8466405 w 10753706"/>
              <a:gd name="connsiteY26" fmla="*/ 368724 h 1027260"/>
              <a:gd name="connsiteX27" fmla="*/ 8427069 w 10753706"/>
              <a:gd name="connsiteY27" fmla="*/ 387211 h 1027260"/>
              <a:gd name="connsiteX28" fmla="*/ 8387766 w 10753706"/>
              <a:gd name="connsiteY28" fmla="*/ 377161 h 1027260"/>
              <a:gd name="connsiteX29" fmla="*/ 8315874 w 10753706"/>
              <a:gd name="connsiteY29" fmla="*/ 395527 h 1027260"/>
              <a:gd name="connsiteX30" fmla="*/ 8274474 w 10753706"/>
              <a:gd name="connsiteY30" fmla="*/ 405112 h 1027260"/>
              <a:gd name="connsiteX31" fmla="*/ 8234664 w 10753706"/>
              <a:gd name="connsiteY31" fmla="*/ 410219 h 1027260"/>
              <a:gd name="connsiteX32" fmla="*/ 8211268 w 10753706"/>
              <a:gd name="connsiteY32" fmla="*/ 416791 h 1027260"/>
              <a:gd name="connsiteX33" fmla="*/ 8188615 w 10753706"/>
              <a:gd name="connsiteY33" fmla="*/ 421755 h 1027260"/>
              <a:gd name="connsiteX34" fmla="*/ 8179981 w 10753706"/>
              <a:gd name="connsiteY34" fmla="*/ 420402 h 1027260"/>
              <a:gd name="connsiteX35" fmla="*/ 8179307 w 10753706"/>
              <a:gd name="connsiteY35" fmla="*/ 422516 h 1027260"/>
              <a:gd name="connsiteX36" fmla="*/ 8147929 w 10753706"/>
              <a:gd name="connsiteY36" fmla="*/ 450302 h 1027260"/>
              <a:gd name="connsiteX37" fmla="*/ 8089136 w 10753706"/>
              <a:gd name="connsiteY37" fmla="*/ 465283 h 1027260"/>
              <a:gd name="connsiteX38" fmla="*/ 8049973 w 10753706"/>
              <a:gd name="connsiteY38" fmla="*/ 454121 h 1027260"/>
              <a:gd name="connsiteX39" fmla="*/ 7965913 w 10753706"/>
              <a:gd name="connsiteY39" fmla="*/ 464415 h 1027260"/>
              <a:gd name="connsiteX40" fmla="*/ 7945093 w 10753706"/>
              <a:gd name="connsiteY40" fmla="*/ 464798 h 1027260"/>
              <a:gd name="connsiteX41" fmla="*/ 7935335 w 10753706"/>
              <a:gd name="connsiteY41" fmla="*/ 462442 h 1027260"/>
              <a:gd name="connsiteX42" fmla="*/ 7904779 w 10753706"/>
              <a:gd name="connsiteY42" fmla="*/ 471429 h 1027260"/>
              <a:gd name="connsiteX43" fmla="*/ 7855604 w 10753706"/>
              <a:gd name="connsiteY43" fmla="*/ 480199 h 1027260"/>
              <a:gd name="connsiteX44" fmla="*/ 7832630 w 10753706"/>
              <a:gd name="connsiteY44" fmla="*/ 485371 h 1027260"/>
              <a:gd name="connsiteX45" fmla="*/ 7812438 w 10753706"/>
              <a:gd name="connsiteY45" fmla="*/ 485391 h 1027260"/>
              <a:gd name="connsiteX46" fmla="*/ 7701399 w 10753706"/>
              <a:gd name="connsiteY46" fmla="*/ 495197 h 1027260"/>
              <a:gd name="connsiteX47" fmla="*/ 7674778 w 10753706"/>
              <a:gd name="connsiteY47" fmla="*/ 494723 h 1027260"/>
              <a:gd name="connsiteX48" fmla="*/ 7660445 w 10753706"/>
              <a:gd name="connsiteY48" fmla="*/ 490194 h 1027260"/>
              <a:gd name="connsiteX49" fmla="*/ 7651781 w 10753706"/>
              <a:gd name="connsiteY49" fmla="*/ 493084 h 1027260"/>
              <a:gd name="connsiteX50" fmla="*/ 7584807 w 10753706"/>
              <a:gd name="connsiteY50" fmla="*/ 499490 h 1027260"/>
              <a:gd name="connsiteX51" fmla="*/ 7541324 w 10753706"/>
              <a:gd name="connsiteY51" fmla="*/ 504184 h 1027260"/>
              <a:gd name="connsiteX52" fmla="*/ 7541756 w 10753706"/>
              <a:gd name="connsiteY52" fmla="*/ 512184 h 1027260"/>
              <a:gd name="connsiteX53" fmla="*/ 7503906 w 10753706"/>
              <a:gd name="connsiteY53" fmla="*/ 518551 h 1027260"/>
              <a:gd name="connsiteX54" fmla="*/ 7460411 w 10753706"/>
              <a:gd name="connsiteY54" fmla="*/ 517415 h 1027260"/>
              <a:gd name="connsiteX55" fmla="*/ 7460116 w 10753706"/>
              <a:gd name="connsiteY55" fmla="*/ 517548 h 1027260"/>
              <a:gd name="connsiteX56" fmla="*/ 7297810 w 10753706"/>
              <a:gd name="connsiteY56" fmla="*/ 563947 h 1027260"/>
              <a:gd name="connsiteX57" fmla="*/ 6946388 w 10753706"/>
              <a:gd name="connsiteY57" fmla="*/ 665244 h 1027260"/>
              <a:gd name="connsiteX58" fmla="*/ 6741704 w 10753706"/>
              <a:gd name="connsiteY58" fmla="*/ 679365 h 1027260"/>
              <a:gd name="connsiteX59" fmla="*/ 6624680 w 10753706"/>
              <a:gd name="connsiteY59" fmla="*/ 677674 h 1027260"/>
              <a:gd name="connsiteX60" fmla="*/ 6605700 w 10753706"/>
              <a:gd name="connsiteY60" fmla="*/ 683566 h 1027260"/>
              <a:gd name="connsiteX61" fmla="*/ 6576922 w 10753706"/>
              <a:gd name="connsiteY61" fmla="*/ 683030 h 1027260"/>
              <a:gd name="connsiteX62" fmla="*/ 6405123 w 10753706"/>
              <a:gd name="connsiteY62" fmla="*/ 721946 h 1027260"/>
              <a:gd name="connsiteX63" fmla="*/ 6368938 w 10753706"/>
              <a:gd name="connsiteY63" fmla="*/ 717341 h 1027260"/>
              <a:gd name="connsiteX64" fmla="*/ 6295102 w 10753706"/>
              <a:gd name="connsiteY64" fmla="*/ 729508 h 1027260"/>
              <a:gd name="connsiteX65" fmla="*/ 6202084 w 10753706"/>
              <a:gd name="connsiteY65" fmla="*/ 767091 h 1027260"/>
              <a:gd name="connsiteX66" fmla="*/ 6067157 w 10753706"/>
              <a:gd name="connsiteY66" fmla="*/ 790339 h 1027260"/>
              <a:gd name="connsiteX67" fmla="*/ 6061443 w 10753706"/>
              <a:gd name="connsiteY67" fmla="*/ 796151 h 1027260"/>
              <a:gd name="connsiteX68" fmla="*/ 6051406 w 10753706"/>
              <a:gd name="connsiteY68" fmla="*/ 800684 h 1027260"/>
              <a:gd name="connsiteX69" fmla="*/ 6049097 w 10753706"/>
              <a:gd name="connsiteY69" fmla="*/ 800636 h 1027260"/>
              <a:gd name="connsiteX70" fmla="*/ 6034222 w 10753706"/>
              <a:gd name="connsiteY70" fmla="*/ 804110 h 1027260"/>
              <a:gd name="connsiteX71" fmla="*/ 6033121 w 10753706"/>
              <a:gd name="connsiteY71" fmla="*/ 806078 h 1027260"/>
              <a:gd name="connsiteX72" fmla="*/ 6023593 w 10753706"/>
              <a:gd name="connsiteY72" fmla="*/ 808842 h 1027260"/>
              <a:gd name="connsiteX73" fmla="*/ 6006639 w 10753706"/>
              <a:gd name="connsiteY73" fmla="*/ 815304 h 1027260"/>
              <a:gd name="connsiteX74" fmla="*/ 6001762 w 10753706"/>
              <a:gd name="connsiteY74" fmla="*/ 815557 h 1027260"/>
              <a:gd name="connsiteX75" fmla="*/ 5973534 w 10753706"/>
              <a:gd name="connsiteY75" fmla="*/ 823815 h 1027260"/>
              <a:gd name="connsiteX76" fmla="*/ 5972336 w 10753706"/>
              <a:gd name="connsiteY76" fmla="*/ 823476 h 1027260"/>
              <a:gd name="connsiteX77" fmla="*/ 5960841 w 10753706"/>
              <a:gd name="connsiteY77" fmla="*/ 823819 h 1027260"/>
              <a:gd name="connsiteX78" fmla="*/ 5940719 w 10753706"/>
              <a:gd name="connsiteY78" fmla="*/ 825514 h 1027260"/>
              <a:gd name="connsiteX79" fmla="*/ 5884298 w 10753706"/>
              <a:gd name="connsiteY79" fmla="*/ 823806 h 1027260"/>
              <a:gd name="connsiteX80" fmla="*/ 5854779 w 10753706"/>
              <a:gd name="connsiteY80" fmla="*/ 832365 h 1027260"/>
              <a:gd name="connsiteX81" fmla="*/ 5848382 w 10753706"/>
              <a:gd name="connsiteY81" fmla="*/ 833844 h 1027260"/>
              <a:gd name="connsiteX82" fmla="*/ 5848066 w 10753706"/>
              <a:gd name="connsiteY82" fmla="*/ 833772 h 1027260"/>
              <a:gd name="connsiteX83" fmla="*/ 5840944 w 10753706"/>
              <a:gd name="connsiteY83" fmla="*/ 835132 h 1027260"/>
              <a:gd name="connsiteX84" fmla="*/ 5836719 w 10753706"/>
              <a:gd name="connsiteY84" fmla="*/ 836539 h 1027260"/>
              <a:gd name="connsiteX85" fmla="*/ 5824311 w 10753706"/>
              <a:gd name="connsiteY85" fmla="*/ 839408 h 1027260"/>
              <a:gd name="connsiteX86" fmla="*/ 5818788 w 10753706"/>
              <a:gd name="connsiteY86" fmla="*/ 839727 h 1027260"/>
              <a:gd name="connsiteX87" fmla="*/ 5763953 w 10753706"/>
              <a:gd name="connsiteY87" fmla="*/ 834282 h 1027260"/>
              <a:gd name="connsiteX88" fmla="*/ 5667748 w 10753706"/>
              <a:gd name="connsiteY88" fmla="*/ 840211 h 1027260"/>
              <a:gd name="connsiteX89" fmla="*/ 5573108 w 10753706"/>
              <a:gd name="connsiteY89" fmla="*/ 847611 h 1027260"/>
              <a:gd name="connsiteX90" fmla="*/ 5539137 w 10753706"/>
              <a:gd name="connsiteY90" fmla="*/ 851033 h 1027260"/>
              <a:gd name="connsiteX91" fmla="*/ 5510651 w 10753706"/>
              <a:gd name="connsiteY91" fmla="*/ 844215 h 1027260"/>
              <a:gd name="connsiteX92" fmla="*/ 5457331 w 10753706"/>
              <a:gd name="connsiteY92" fmla="*/ 839159 h 1027260"/>
              <a:gd name="connsiteX93" fmla="*/ 5410613 w 10753706"/>
              <a:gd name="connsiteY93" fmla="*/ 834358 h 1027260"/>
              <a:gd name="connsiteX94" fmla="*/ 5370040 w 10753706"/>
              <a:gd name="connsiteY94" fmla="*/ 862127 h 1027260"/>
              <a:gd name="connsiteX95" fmla="*/ 5318778 w 10753706"/>
              <a:gd name="connsiteY95" fmla="*/ 855310 h 1027260"/>
              <a:gd name="connsiteX96" fmla="*/ 5298645 w 10753706"/>
              <a:gd name="connsiteY96" fmla="*/ 855171 h 1027260"/>
              <a:gd name="connsiteX97" fmla="*/ 5253828 w 10753706"/>
              <a:gd name="connsiteY97" fmla="*/ 859670 h 1027260"/>
              <a:gd name="connsiteX98" fmla="*/ 5216955 w 10753706"/>
              <a:gd name="connsiteY98" fmla="*/ 866245 h 1027260"/>
              <a:gd name="connsiteX99" fmla="*/ 5214344 w 10753706"/>
              <a:gd name="connsiteY99" fmla="*/ 868102 h 1027260"/>
              <a:gd name="connsiteX100" fmla="*/ 5195561 w 10753706"/>
              <a:gd name="connsiteY100" fmla="*/ 869949 h 1027260"/>
              <a:gd name="connsiteX101" fmla="*/ 5182555 w 10753706"/>
              <a:gd name="connsiteY101" fmla="*/ 873542 h 1027260"/>
              <a:gd name="connsiteX102" fmla="*/ 5172552 w 10753706"/>
              <a:gd name="connsiteY102" fmla="*/ 878801 h 1027260"/>
              <a:gd name="connsiteX103" fmla="*/ 5027993 w 10753706"/>
              <a:gd name="connsiteY103" fmla="*/ 889666 h 1027260"/>
              <a:gd name="connsiteX104" fmla="*/ 4939844 w 10753706"/>
              <a:gd name="connsiteY104" fmla="*/ 934802 h 1027260"/>
              <a:gd name="connsiteX105" fmla="*/ 4792576 w 10753706"/>
              <a:gd name="connsiteY105" fmla="*/ 934820 h 1027260"/>
              <a:gd name="connsiteX106" fmla="*/ 4602423 w 10753706"/>
              <a:gd name="connsiteY106" fmla="*/ 958063 h 1027260"/>
              <a:gd name="connsiteX107" fmla="*/ 4290656 w 10753706"/>
              <a:gd name="connsiteY107" fmla="*/ 969152 h 1027260"/>
              <a:gd name="connsiteX108" fmla="*/ 3952334 w 10753706"/>
              <a:gd name="connsiteY108" fmla="*/ 954043 h 1027260"/>
              <a:gd name="connsiteX109" fmla="*/ 3858560 w 10753706"/>
              <a:gd name="connsiteY109" fmla="*/ 948781 h 1027260"/>
              <a:gd name="connsiteX110" fmla="*/ 3846597 w 10753706"/>
              <a:gd name="connsiteY110" fmla="*/ 948382 h 1027260"/>
              <a:gd name="connsiteX111" fmla="*/ 3736044 w 10753706"/>
              <a:gd name="connsiteY111" fmla="*/ 947759 h 1027260"/>
              <a:gd name="connsiteX112" fmla="*/ 3713136 w 10753706"/>
              <a:gd name="connsiteY112" fmla="*/ 946963 h 1027260"/>
              <a:gd name="connsiteX113" fmla="*/ 3695939 w 10753706"/>
              <a:gd name="connsiteY113" fmla="*/ 943639 h 1027260"/>
              <a:gd name="connsiteX114" fmla="*/ 3694125 w 10753706"/>
              <a:gd name="connsiteY114" fmla="*/ 940567 h 1027260"/>
              <a:gd name="connsiteX115" fmla="*/ 3681925 w 10753706"/>
              <a:gd name="connsiteY115" fmla="*/ 939706 h 1027260"/>
              <a:gd name="connsiteX116" fmla="*/ 3679204 w 10753706"/>
              <a:gd name="connsiteY116" fmla="*/ 938926 h 1027260"/>
              <a:gd name="connsiteX117" fmla="*/ 3615656 w 10753706"/>
              <a:gd name="connsiteY117" fmla="*/ 940320 h 1027260"/>
              <a:gd name="connsiteX118" fmla="*/ 3567983 w 10753706"/>
              <a:gd name="connsiteY118" fmla="*/ 935596 h 1027260"/>
              <a:gd name="connsiteX119" fmla="*/ 3422423 w 10753706"/>
              <a:gd name="connsiteY119" fmla="*/ 932129 h 1027260"/>
              <a:gd name="connsiteX120" fmla="*/ 3310925 w 10753706"/>
              <a:gd name="connsiteY120" fmla="*/ 911072 h 1027260"/>
              <a:gd name="connsiteX121" fmla="*/ 3139421 w 10753706"/>
              <a:gd name="connsiteY121" fmla="*/ 934151 h 1027260"/>
              <a:gd name="connsiteX122" fmla="*/ 2996922 w 10753706"/>
              <a:gd name="connsiteY122" fmla="*/ 927537 h 1027260"/>
              <a:gd name="connsiteX123" fmla="*/ 2982785 w 10753706"/>
              <a:gd name="connsiteY123" fmla="*/ 931453 h 1027260"/>
              <a:gd name="connsiteX124" fmla="*/ 2967478 w 10753706"/>
              <a:gd name="connsiteY124" fmla="*/ 933397 h 1027260"/>
              <a:gd name="connsiteX125" fmla="*/ 2948552 w 10753706"/>
              <a:gd name="connsiteY125" fmla="*/ 932961 h 1027260"/>
              <a:gd name="connsiteX126" fmla="*/ 2944404 w 10753706"/>
              <a:gd name="connsiteY126" fmla="*/ 934452 h 1027260"/>
              <a:gd name="connsiteX127" fmla="*/ 2908608 w 10753706"/>
              <a:gd name="connsiteY127" fmla="*/ 937205 h 1027260"/>
              <a:gd name="connsiteX128" fmla="*/ 2904443 w 10753706"/>
              <a:gd name="connsiteY128" fmla="*/ 936455 h 1027260"/>
              <a:gd name="connsiteX129" fmla="*/ 2868935 w 10753706"/>
              <a:gd name="connsiteY129" fmla="*/ 938022 h 1027260"/>
              <a:gd name="connsiteX130" fmla="*/ 2868586 w 10753706"/>
              <a:gd name="connsiteY130" fmla="*/ 937487 h 1027260"/>
              <a:gd name="connsiteX131" fmla="*/ 2859191 w 10753706"/>
              <a:gd name="connsiteY131" fmla="*/ 935503 h 1027260"/>
              <a:gd name="connsiteX132" fmla="*/ 2840915 w 10753706"/>
              <a:gd name="connsiteY132" fmla="*/ 932977 h 1027260"/>
              <a:gd name="connsiteX133" fmla="*/ 2763509 w 10753706"/>
              <a:gd name="connsiteY133" fmla="*/ 921850 h 1027260"/>
              <a:gd name="connsiteX134" fmla="*/ 2756121 w 10753706"/>
              <a:gd name="connsiteY134" fmla="*/ 921864 h 1027260"/>
              <a:gd name="connsiteX135" fmla="*/ 2755998 w 10753706"/>
              <a:gd name="connsiteY135" fmla="*/ 921739 h 1027260"/>
              <a:gd name="connsiteX136" fmla="*/ 2748255 w 10753706"/>
              <a:gd name="connsiteY136" fmla="*/ 921505 h 1027260"/>
              <a:gd name="connsiteX137" fmla="*/ 2694601 w 10753706"/>
              <a:gd name="connsiteY137" fmla="*/ 915575 h 1027260"/>
              <a:gd name="connsiteX138" fmla="*/ 2635357 w 10753706"/>
              <a:gd name="connsiteY138" fmla="*/ 910976 h 1027260"/>
              <a:gd name="connsiteX139" fmla="*/ 2601047 w 10753706"/>
              <a:gd name="connsiteY139" fmla="*/ 910263 h 1027260"/>
              <a:gd name="connsiteX140" fmla="*/ 2507482 w 10753706"/>
              <a:gd name="connsiteY140" fmla="*/ 906211 h 1027260"/>
              <a:gd name="connsiteX141" fmla="*/ 2413884 w 10753706"/>
              <a:gd name="connsiteY141" fmla="*/ 900545 h 1027260"/>
              <a:gd name="connsiteX142" fmla="*/ 2368912 w 10753706"/>
              <a:gd name="connsiteY142" fmla="*/ 888755 h 1027260"/>
              <a:gd name="connsiteX143" fmla="*/ 2349490 w 10753706"/>
              <a:gd name="connsiteY143" fmla="*/ 889719 h 1027260"/>
              <a:gd name="connsiteX144" fmla="*/ 2344290 w 10753706"/>
              <a:gd name="connsiteY144" fmla="*/ 890584 h 1027260"/>
              <a:gd name="connsiteX145" fmla="*/ 2336488 w 10753706"/>
              <a:gd name="connsiteY145" fmla="*/ 891058 h 1027260"/>
              <a:gd name="connsiteX146" fmla="*/ 2329015 w 10753706"/>
              <a:gd name="connsiteY146" fmla="*/ 891627 h 1027260"/>
              <a:gd name="connsiteX147" fmla="*/ 2293898 w 10753706"/>
              <a:gd name="connsiteY147" fmla="*/ 896431 h 1027260"/>
              <a:gd name="connsiteX148" fmla="*/ 2243927 w 10753706"/>
              <a:gd name="connsiteY148" fmla="*/ 888076 h 1027260"/>
              <a:gd name="connsiteX149" fmla="*/ 2223920 w 10753706"/>
              <a:gd name="connsiteY149" fmla="*/ 887331 h 1027260"/>
              <a:gd name="connsiteX150" fmla="*/ 2213081 w 10753706"/>
              <a:gd name="connsiteY150" fmla="*/ 886302 h 1027260"/>
              <a:gd name="connsiteX151" fmla="*/ 2212307 w 10753706"/>
              <a:gd name="connsiteY151" fmla="*/ 885829 h 1027260"/>
              <a:gd name="connsiteX152" fmla="*/ 2152321 w 10753706"/>
              <a:gd name="connsiteY152" fmla="*/ 894418 h 1027260"/>
              <a:gd name="connsiteX153" fmla="*/ 2140985 w 10753706"/>
              <a:gd name="connsiteY153" fmla="*/ 895968 h 1027260"/>
              <a:gd name="connsiteX154" fmla="*/ 2121210 w 10753706"/>
              <a:gd name="connsiteY154" fmla="*/ 899354 h 1027260"/>
              <a:gd name="connsiteX155" fmla="*/ 2119146 w 10753706"/>
              <a:gd name="connsiteY155" fmla="*/ 899033 h 1027260"/>
              <a:gd name="connsiteX156" fmla="*/ 2105666 w 10753706"/>
              <a:gd name="connsiteY156" fmla="*/ 902240 h 1027260"/>
              <a:gd name="connsiteX157" fmla="*/ 2094924 w 10753706"/>
              <a:gd name="connsiteY157" fmla="*/ 907203 h 1027260"/>
              <a:gd name="connsiteX158" fmla="*/ 1949478 w 10753706"/>
              <a:gd name="connsiteY158" fmla="*/ 913748 h 1027260"/>
              <a:gd name="connsiteX159" fmla="*/ 1749684 w 10753706"/>
              <a:gd name="connsiteY159" fmla="*/ 942223 h 1027260"/>
              <a:gd name="connsiteX160" fmla="*/ 1585576 w 10753706"/>
              <a:gd name="connsiteY160" fmla="*/ 954170 h 1027260"/>
              <a:gd name="connsiteX161" fmla="*/ 1476250 w 10753706"/>
              <a:gd name="connsiteY161" fmla="*/ 950653 h 1027260"/>
              <a:gd name="connsiteX162" fmla="*/ 1433927 w 10753706"/>
              <a:gd name="connsiteY162" fmla="*/ 959926 h 1027260"/>
              <a:gd name="connsiteX163" fmla="*/ 1414893 w 10753706"/>
              <a:gd name="connsiteY163" fmla="*/ 957671 h 1027260"/>
              <a:gd name="connsiteX164" fmla="*/ 1411585 w 10753706"/>
              <a:gd name="connsiteY164" fmla="*/ 957179 h 1027260"/>
              <a:gd name="connsiteX165" fmla="*/ 1398896 w 10753706"/>
              <a:gd name="connsiteY165" fmla="*/ 957460 h 1027260"/>
              <a:gd name="connsiteX166" fmla="*/ 1394632 w 10753706"/>
              <a:gd name="connsiteY166" fmla="*/ 954725 h 1027260"/>
              <a:gd name="connsiteX167" fmla="*/ 1375043 w 10753706"/>
              <a:gd name="connsiteY167" fmla="*/ 953132 h 1027260"/>
              <a:gd name="connsiteX168" fmla="*/ 1351876 w 10753706"/>
              <a:gd name="connsiteY168" fmla="*/ 954436 h 1027260"/>
              <a:gd name="connsiteX169" fmla="*/ 1242676 w 10753706"/>
              <a:gd name="connsiteY169" fmla="*/ 963767 h 1027260"/>
              <a:gd name="connsiteX170" fmla="*/ 1205993 w 10753706"/>
              <a:gd name="connsiteY170" fmla="*/ 974080 h 1027260"/>
              <a:gd name="connsiteX171" fmla="*/ 1052221 w 10753706"/>
              <a:gd name="connsiteY171" fmla="*/ 963954 h 1027260"/>
              <a:gd name="connsiteX172" fmla="*/ 968270 w 10753706"/>
              <a:gd name="connsiteY172" fmla="*/ 964761 h 1027260"/>
              <a:gd name="connsiteX173" fmla="*/ 874493 w 10753706"/>
              <a:gd name="connsiteY173" fmla="*/ 998122 h 1027260"/>
              <a:gd name="connsiteX174" fmla="*/ 814411 w 10753706"/>
              <a:gd name="connsiteY174" fmla="*/ 1007391 h 1027260"/>
              <a:gd name="connsiteX175" fmla="*/ 688604 w 10753706"/>
              <a:gd name="connsiteY175" fmla="*/ 1015631 h 1027260"/>
              <a:gd name="connsiteX176" fmla="*/ 618171 w 10753706"/>
              <a:gd name="connsiteY176" fmla="*/ 1027260 h 1027260"/>
              <a:gd name="connsiteX177" fmla="*/ 570379 w 10753706"/>
              <a:gd name="connsiteY177" fmla="*/ 1023487 h 1027260"/>
              <a:gd name="connsiteX178" fmla="*/ 482519 w 10753706"/>
              <a:gd name="connsiteY178" fmla="*/ 1002108 h 1027260"/>
              <a:gd name="connsiteX179" fmla="*/ 475319 w 10753706"/>
              <a:gd name="connsiteY179" fmla="*/ 1009922 h 1027260"/>
              <a:gd name="connsiteX180" fmla="*/ 431104 w 10753706"/>
              <a:gd name="connsiteY180" fmla="*/ 1009317 h 1027260"/>
              <a:gd name="connsiteX181" fmla="*/ 363782 w 10753706"/>
              <a:gd name="connsiteY181" fmla="*/ 1007585 h 1027260"/>
              <a:gd name="connsiteX182" fmla="*/ 325533 w 10753706"/>
              <a:gd name="connsiteY182" fmla="*/ 1008502 h 1027260"/>
              <a:gd name="connsiteX183" fmla="*/ 220429 w 10753706"/>
              <a:gd name="connsiteY183" fmla="*/ 1008927 h 1027260"/>
              <a:gd name="connsiteX184" fmla="*/ 114676 w 10753706"/>
              <a:gd name="connsiteY184" fmla="*/ 1007765 h 1027260"/>
              <a:gd name="connsiteX185" fmla="*/ 13470 w 10753706"/>
              <a:gd name="connsiteY185" fmla="*/ 998544 h 1027260"/>
              <a:gd name="connsiteX186" fmla="*/ 0 w 10753706"/>
              <a:gd name="connsiteY186" fmla="*/ 997355 h 10272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Lst>
            <a:rect l="l" t="t" r="r" b="b"/>
            <a:pathLst>
              <a:path w="10753706" h="1027260">
                <a:moveTo>
                  <a:pt x="0" y="0"/>
                </a:moveTo>
                <a:lnTo>
                  <a:pt x="10753706" y="0"/>
                </a:lnTo>
                <a:lnTo>
                  <a:pt x="10748809" y="2522"/>
                </a:lnTo>
                <a:cubicBezTo>
                  <a:pt x="10744031" y="4644"/>
                  <a:pt x="10737551" y="7204"/>
                  <a:pt x="10725330" y="11977"/>
                </a:cubicBezTo>
                <a:cubicBezTo>
                  <a:pt x="10700888" y="21523"/>
                  <a:pt x="10652058" y="39304"/>
                  <a:pt x="10615423" y="52967"/>
                </a:cubicBezTo>
                <a:cubicBezTo>
                  <a:pt x="10598524" y="49017"/>
                  <a:pt x="10550674" y="61360"/>
                  <a:pt x="10533936" y="53095"/>
                </a:cubicBezTo>
                <a:cubicBezTo>
                  <a:pt x="10519435" y="55674"/>
                  <a:pt x="10480156" y="49393"/>
                  <a:pt x="10466876" y="45180"/>
                </a:cubicBezTo>
                <a:cubicBezTo>
                  <a:pt x="10443145" y="68059"/>
                  <a:pt x="10382269" y="71294"/>
                  <a:pt x="10355090" y="89741"/>
                </a:cubicBezTo>
                <a:cubicBezTo>
                  <a:pt x="10286222" y="95376"/>
                  <a:pt x="10146285" y="63529"/>
                  <a:pt x="10087145" y="66115"/>
                </a:cubicBezTo>
                <a:cubicBezTo>
                  <a:pt x="10067575" y="79584"/>
                  <a:pt x="10043111" y="68921"/>
                  <a:pt x="10015902" y="76178"/>
                </a:cubicBezTo>
                <a:cubicBezTo>
                  <a:pt x="9952302" y="84628"/>
                  <a:pt x="9893286" y="103337"/>
                  <a:pt x="9806005" y="102435"/>
                </a:cubicBezTo>
                <a:cubicBezTo>
                  <a:pt x="9782247" y="141133"/>
                  <a:pt x="9674787" y="151643"/>
                  <a:pt x="9602583" y="179170"/>
                </a:cubicBezTo>
                <a:cubicBezTo>
                  <a:pt x="9557658" y="187584"/>
                  <a:pt x="9478290" y="154235"/>
                  <a:pt x="9469719" y="174721"/>
                </a:cubicBezTo>
                <a:cubicBezTo>
                  <a:pt x="9443779" y="165070"/>
                  <a:pt x="9431317" y="185692"/>
                  <a:pt x="9408692" y="189513"/>
                </a:cubicBezTo>
                <a:cubicBezTo>
                  <a:pt x="9387154" y="183843"/>
                  <a:pt x="9380475" y="191089"/>
                  <a:pt x="9364151" y="194072"/>
                </a:cubicBezTo>
                <a:cubicBezTo>
                  <a:pt x="9354686" y="190222"/>
                  <a:pt x="9340485" y="191782"/>
                  <a:pt x="9337751" y="197579"/>
                </a:cubicBezTo>
                <a:cubicBezTo>
                  <a:pt x="9349566" y="209270"/>
                  <a:pt x="9297468" y="207714"/>
                  <a:pt x="9297166" y="216558"/>
                </a:cubicBezTo>
                <a:cubicBezTo>
                  <a:pt x="9269057" y="220999"/>
                  <a:pt x="9139630" y="221783"/>
                  <a:pt x="9123859" y="237356"/>
                </a:cubicBezTo>
                <a:cubicBezTo>
                  <a:pt x="9068176" y="249209"/>
                  <a:pt x="8975349" y="235349"/>
                  <a:pt x="8950741" y="238020"/>
                </a:cubicBezTo>
                <a:cubicBezTo>
                  <a:pt x="8916265" y="215428"/>
                  <a:pt x="8822808" y="292026"/>
                  <a:pt x="8718236" y="303148"/>
                </a:cubicBezTo>
                <a:cubicBezTo>
                  <a:pt x="8703111" y="302060"/>
                  <a:pt x="8695551" y="302792"/>
                  <a:pt x="8694011" y="308812"/>
                </a:cubicBezTo>
                <a:cubicBezTo>
                  <a:pt x="8661810" y="312764"/>
                  <a:pt x="8637956" y="329628"/>
                  <a:pt x="8611976" y="324819"/>
                </a:cubicBezTo>
                <a:cubicBezTo>
                  <a:pt x="8621849" y="336388"/>
                  <a:pt x="8562809" y="325917"/>
                  <a:pt x="8562074" y="337971"/>
                </a:cubicBezTo>
                <a:cubicBezTo>
                  <a:pt x="8543699" y="343978"/>
                  <a:pt x="8511321" y="356396"/>
                  <a:pt x="8501724" y="360865"/>
                </a:cubicBezTo>
                <a:lnTo>
                  <a:pt x="8504489" y="364790"/>
                </a:lnTo>
                <a:lnTo>
                  <a:pt x="8492774" y="366181"/>
                </a:lnTo>
                <a:lnTo>
                  <a:pt x="8466405" y="368724"/>
                </a:lnTo>
                <a:cubicBezTo>
                  <a:pt x="8455454" y="372229"/>
                  <a:pt x="8440175" y="385805"/>
                  <a:pt x="8427069" y="387211"/>
                </a:cubicBezTo>
                <a:cubicBezTo>
                  <a:pt x="8400442" y="392215"/>
                  <a:pt x="8397079" y="382989"/>
                  <a:pt x="8387766" y="377161"/>
                </a:cubicBezTo>
                <a:cubicBezTo>
                  <a:pt x="8369233" y="378548"/>
                  <a:pt x="8334756" y="390869"/>
                  <a:pt x="8315874" y="395527"/>
                </a:cubicBezTo>
                <a:cubicBezTo>
                  <a:pt x="8306664" y="400500"/>
                  <a:pt x="8272845" y="393679"/>
                  <a:pt x="8274474" y="405112"/>
                </a:cubicBezTo>
                <a:cubicBezTo>
                  <a:pt x="8255483" y="406194"/>
                  <a:pt x="8244963" y="408376"/>
                  <a:pt x="8234664" y="410219"/>
                </a:cubicBezTo>
                <a:lnTo>
                  <a:pt x="8211268" y="416791"/>
                </a:lnTo>
                <a:cubicBezTo>
                  <a:pt x="8204720" y="419941"/>
                  <a:pt x="8197411" y="422004"/>
                  <a:pt x="8188615" y="421755"/>
                </a:cubicBezTo>
                <a:lnTo>
                  <a:pt x="8179981" y="420402"/>
                </a:lnTo>
                <a:lnTo>
                  <a:pt x="8179307" y="422516"/>
                </a:lnTo>
                <a:cubicBezTo>
                  <a:pt x="8179027" y="425797"/>
                  <a:pt x="8175790" y="448341"/>
                  <a:pt x="8147929" y="450302"/>
                </a:cubicBezTo>
                <a:cubicBezTo>
                  <a:pt x="8130300" y="457967"/>
                  <a:pt x="8114933" y="461015"/>
                  <a:pt x="8089136" y="465283"/>
                </a:cubicBezTo>
                <a:cubicBezTo>
                  <a:pt x="8072810" y="465920"/>
                  <a:pt x="8069376" y="451569"/>
                  <a:pt x="8049973" y="454121"/>
                </a:cubicBezTo>
                <a:cubicBezTo>
                  <a:pt x="7974508" y="471465"/>
                  <a:pt x="8006050" y="447139"/>
                  <a:pt x="7965913" y="464415"/>
                </a:cubicBezTo>
                <a:cubicBezTo>
                  <a:pt x="7958234" y="466025"/>
                  <a:pt x="7951405" y="465800"/>
                  <a:pt x="7945093" y="464798"/>
                </a:cubicBezTo>
                <a:lnTo>
                  <a:pt x="7935335" y="462442"/>
                </a:lnTo>
                <a:lnTo>
                  <a:pt x="7904779" y="471429"/>
                </a:lnTo>
                <a:cubicBezTo>
                  <a:pt x="7889387" y="474999"/>
                  <a:pt x="7872867" y="477951"/>
                  <a:pt x="7855604" y="480199"/>
                </a:cubicBezTo>
                <a:cubicBezTo>
                  <a:pt x="7850005" y="476378"/>
                  <a:pt x="7838628" y="483595"/>
                  <a:pt x="7832630" y="485371"/>
                </a:cubicBezTo>
                <a:cubicBezTo>
                  <a:pt x="7831473" y="482645"/>
                  <a:pt x="7816623" y="482661"/>
                  <a:pt x="7812438" y="485391"/>
                </a:cubicBezTo>
                <a:cubicBezTo>
                  <a:pt x="7709470" y="505049"/>
                  <a:pt x="7759426" y="473956"/>
                  <a:pt x="7701399" y="495197"/>
                </a:cubicBezTo>
                <a:cubicBezTo>
                  <a:pt x="7690986" y="496989"/>
                  <a:pt x="7682397" y="496365"/>
                  <a:pt x="7674778" y="494723"/>
                </a:cubicBezTo>
                <a:lnTo>
                  <a:pt x="7660445" y="490194"/>
                </a:lnTo>
                <a:lnTo>
                  <a:pt x="7651781" y="493084"/>
                </a:lnTo>
                <a:cubicBezTo>
                  <a:pt x="7616113" y="496548"/>
                  <a:pt x="7603273" y="491735"/>
                  <a:pt x="7584807" y="499490"/>
                </a:cubicBezTo>
                <a:cubicBezTo>
                  <a:pt x="7549256" y="490212"/>
                  <a:pt x="7563949" y="500167"/>
                  <a:pt x="7541324" y="504184"/>
                </a:cubicBezTo>
                <a:cubicBezTo>
                  <a:pt x="7523851" y="508307"/>
                  <a:pt x="7559546" y="509825"/>
                  <a:pt x="7541756" y="512184"/>
                </a:cubicBezTo>
                <a:cubicBezTo>
                  <a:pt x="7520963" y="510864"/>
                  <a:pt x="7525755" y="520497"/>
                  <a:pt x="7503906" y="518551"/>
                </a:cubicBezTo>
                <a:cubicBezTo>
                  <a:pt x="7505924" y="510774"/>
                  <a:pt x="7464361" y="523683"/>
                  <a:pt x="7460411" y="517415"/>
                </a:cubicBezTo>
                <a:lnTo>
                  <a:pt x="7460116" y="517548"/>
                </a:lnTo>
                <a:cubicBezTo>
                  <a:pt x="7447785" y="530928"/>
                  <a:pt x="7310141" y="550568"/>
                  <a:pt x="7297810" y="563947"/>
                </a:cubicBezTo>
                <a:cubicBezTo>
                  <a:pt x="7221791" y="605698"/>
                  <a:pt x="7039072" y="646008"/>
                  <a:pt x="6946388" y="665244"/>
                </a:cubicBezTo>
                <a:cubicBezTo>
                  <a:pt x="6853704" y="684480"/>
                  <a:pt x="6804875" y="677485"/>
                  <a:pt x="6741704" y="679365"/>
                </a:cubicBezTo>
                <a:lnTo>
                  <a:pt x="6624680" y="677674"/>
                </a:lnTo>
                <a:lnTo>
                  <a:pt x="6605700" y="683566"/>
                </a:lnTo>
                <a:cubicBezTo>
                  <a:pt x="6603309" y="685184"/>
                  <a:pt x="6599550" y="685647"/>
                  <a:pt x="6576922" y="683030"/>
                </a:cubicBezTo>
                <a:cubicBezTo>
                  <a:pt x="6527275" y="698355"/>
                  <a:pt x="6440981" y="702347"/>
                  <a:pt x="6405123" y="721946"/>
                </a:cubicBezTo>
                <a:cubicBezTo>
                  <a:pt x="6407963" y="715467"/>
                  <a:pt x="6383450" y="712913"/>
                  <a:pt x="6368938" y="717341"/>
                </a:cubicBezTo>
                <a:cubicBezTo>
                  <a:pt x="6377914" y="692119"/>
                  <a:pt x="6315316" y="744281"/>
                  <a:pt x="6295102" y="729508"/>
                </a:cubicBezTo>
                <a:cubicBezTo>
                  <a:pt x="6300358" y="744473"/>
                  <a:pt x="6240070" y="776254"/>
                  <a:pt x="6202084" y="767091"/>
                </a:cubicBezTo>
                <a:cubicBezTo>
                  <a:pt x="6152826" y="774744"/>
                  <a:pt x="6122010" y="790367"/>
                  <a:pt x="6067157" y="790339"/>
                </a:cubicBezTo>
                <a:cubicBezTo>
                  <a:pt x="6066310" y="792484"/>
                  <a:pt x="6064283" y="794403"/>
                  <a:pt x="6061443" y="796151"/>
                </a:cubicBezTo>
                <a:lnTo>
                  <a:pt x="6051406" y="800684"/>
                </a:lnTo>
                <a:lnTo>
                  <a:pt x="6049097" y="800636"/>
                </a:lnTo>
                <a:cubicBezTo>
                  <a:pt x="6040408" y="801393"/>
                  <a:pt x="6036299" y="802645"/>
                  <a:pt x="6034222" y="804110"/>
                </a:cubicBezTo>
                <a:lnTo>
                  <a:pt x="6033121" y="806078"/>
                </a:lnTo>
                <a:lnTo>
                  <a:pt x="6023593" y="808842"/>
                </a:lnTo>
                <a:lnTo>
                  <a:pt x="6006639" y="815304"/>
                </a:lnTo>
                <a:lnTo>
                  <a:pt x="6001762" y="815557"/>
                </a:lnTo>
                <a:lnTo>
                  <a:pt x="5973534" y="823815"/>
                </a:lnTo>
                <a:lnTo>
                  <a:pt x="5972336" y="823476"/>
                </a:lnTo>
                <a:cubicBezTo>
                  <a:pt x="5969004" y="822901"/>
                  <a:pt x="5965329" y="822833"/>
                  <a:pt x="5960841" y="823819"/>
                </a:cubicBezTo>
                <a:cubicBezTo>
                  <a:pt x="5955860" y="815655"/>
                  <a:pt x="5953515" y="821882"/>
                  <a:pt x="5940719" y="825514"/>
                </a:cubicBezTo>
                <a:cubicBezTo>
                  <a:pt x="5930130" y="813644"/>
                  <a:pt x="5900943" y="827979"/>
                  <a:pt x="5884298" y="823806"/>
                </a:cubicBezTo>
                <a:cubicBezTo>
                  <a:pt x="5875133" y="826741"/>
                  <a:pt x="5865250" y="829630"/>
                  <a:pt x="5854779" y="832365"/>
                </a:cubicBezTo>
                <a:lnTo>
                  <a:pt x="5848382" y="833844"/>
                </a:lnTo>
                <a:lnTo>
                  <a:pt x="5848066" y="833772"/>
                </a:lnTo>
                <a:cubicBezTo>
                  <a:pt x="5846273" y="833879"/>
                  <a:pt x="5844018" y="834284"/>
                  <a:pt x="5840944" y="835132"/>
                </a:cubicBezTo>
                <a:lnTo>
                  <a:pt x="5836719" y="836539"/>
                </a:lnTo>
                <a:lnTo>
                  <a:pt x="5824311" y="839408"/>
                </a:lnTo>
                <a:lnTo>
                  <a:pt x="5818788" y="839727"/>
                </a:lnTo>
                <a:cubicBezTo>
                  <a:pt x="5797008" y="838594"/>
                  <a:pt x="5786883" y="822081"/>
                  <a:pt x="5763953" y="834282"/>
                </a:cubicBezTo>
                <a:cubicBezTo>
                  <a:pt x="5726813" y="837521"/>
                  <a:pt x="5699446" y="830949"/>
                  <a:pt x="5667748" y="840211"/>
                </a:cubicBezTo>
                <a:cubicBezTo>
                  <a:pt x="5632959" y="843205"/>
                  <a:pt x="5601436" y="842280"/>
                  <a:pt x="5573108" y="847611"/>
                </a:cubicBezTo>
                <a:cubicBezTo>
                  <a:pt x="5560030" y="845832"/>
                  <a:pt x="5549547" y="851598"/>
                  <a:pt x="5539137" y="851033"/>
                </a:cubicBezTo>
                <a:cubicBezTo>
                  <a:pt x="5528728" y="850467"/>
                  <a:pt x="5529256" y="837509"/>
                  <a:pt x="5510651" y="844215"/>
                </a:cubicBezTo>
                <a:cubicBezTo>
                  <a:pt x="5494241" y="833607"/>
                  <a:pt x="5466101" y="839171"/>
                  <a:pt x="5457331" y="839159"/>
                </a:cubicBezTo>
                <a:lnTo>
                  <a:pt x="5410613" y="834358"/>
                </a:lnTo>
                <a:lnTo>
                  <a:pt x="5370040" y="862127"/>
                </a:lnTo>
                <a:cubicBezTo>
                  <a:pt x="5357863" y="856469"/>
                  <a:pt x="5319115" y="868069"/>
                  <a:pt x="5318778" y="855310"/>
                </a:cubicBezTo>
                <a:cubicBezTo>
                  <a:pt x="5303920" y="857760"/>
                  <a:pt x="5296727" y="863736"/>
                  <a:pt x="5298645" y="855171"/>
                </a:cubicBezTo>
                <a:cubicBezTo>
                  <a:pt x="5287819" y="855897"/>
                  <a:pt x="5267444" y="857825"/>
                  <a:pt x="5253828" y="859670"/>
                </a:cubicBezTo>
                <a:lnTo>
                  <a:pt x="5216955" y="866245"/>
                </a:lnTo>
                <a:lnTo>
                  <a:pt x="5214344" y="868102"/>
                </a:lnTo>
                <a:cubicBezTo>
                  <a:pt x="5210778" y="868719"/>
                  <a:pt x="5200859" y="869042"/>
                  <a:pt x="5195561" y="869949"/>
                </a:cubicBezTo>
                <a:lnTo>
                  <a:pt x="5182555" y="873542"/>
                </a:lnTo>
                <a:cubicBezTo>
                  <a:pt x="5178496" y="875023"/>
                  <a:pt x="5175066" y="876746"/>
                  <a:pt x="5172552" y="878801"/>
                </a:cubicBezTo>
                <a:cubicBezTo>
                  <a:pt x="5121406" y="873797"/>
                  <a:pt x="5080096" y="886529"/>
                  <a:pt x="5027993" y="889666"/>
                </a:cubicBezTo>
                <a:cubicBezTo>
                  <a:pt x="4999924" y="877115"/>
                  <a:pt x="4946973" y="919452"/>
                  <a:pt x="4939844" y="934802"/>
                </a:cubicBezTo>
                <a:cubicBezTo>
                  <a:pt x="4895154" y="940701"/>
                  <a:pt x="4844006" y="928240"/>
                  <a:pt x="4792576" y="934820"/>
                </a:cubicBezTo>
                <a:lnTo>
                  <a:pt x="4602423" y="958063"/>
                </a:lnTo>
                <a:cubicBezTo>
                  <a:pt x="4488530" y="967131"/>
                  <a:pt x="4399004" y="969822"/>
                  <a:pt x="4290656" y="969152"/>
                </a:cubicBezTo>
                <a:cubicBezTo>
                  <a:pt x="4182308" y="968482"/>
                  <a:pt x="4046938" y="971167"/>
                  <a:pt x="3952334" y="954043"/>
                </a:cubicBezTo>
                <a:lnTo>
                  <a:pt x="3858560" y="948781"/>
                </a:lnTo>
                <a:lnTo>
                  <a:pt x="3846597" y="948382"/>
                </a:lnTo>
                <a:cubicBezTo>
                  <a:pt x="3807516" y="956616"/>
                  <a:pt x="3767475" y="941640"/>
                  <a:pt x="3736044" y="947759"/>
                </a:cubicBezTo>
                <a:cubicBezTo>
                  <a:pt x="3727323" y="948128"/>
                  <a:pt x="3719828" y="947771"/>
                  <a:pt x="3713136" y="946963"/>
                </a:cubicBezTo>
                <a:lnTo>
                  <a:pt x="3695939" y="943639"/>
                </a:lnTo>
                <a:lnTo>
                  <a:pt x="3694125" y="940567"/>
                </a:lnTo>
                <a:lnTo>
                  <a:pt x="3681925" y="939706"/>
                </a:lnTo>
                <a:lnTo>
                  <a:pt x="3679204" y="938926"/>
                </a:lnTo>
                <a:cubicBezTo>
                  <a:pt x="3668160" y="939028"/>
                  <a:pt x="3634193" y="940875"/>
                  <a:pt x="3615656" y="940320"/>
                </a:cubicBezTo>
                <a:cubicBezTo>
                  <a:pt x="3582626" y="936974"/>
                  <a:pt x="3593904" y="949140"/>
                  <a:pt x="3567983" y="935596"/>
                </a:cubicBezTo>
                <a:cubicBezTo>
                  <a:pt x="3504185" y="939048"/>
                  <a:pt x="3482818" y="922224"/>
                  <a:pt x="3422423" y="932129"/>
                </a:cubicBezTo>
                <a:cubicBezTo>
                  <a:pt x="3369166" y="933413"/>
                  <a:pt x="3329486" y="910108"/>
                  <a:pt x="3310925" y="911072"/>
                </a:cubicBezTo>
                <a:cubicBezTo>
                  <a:pt x="3261363" y="909787"/>
                  <a:pt x="3198415" y="933574"/>
                  <a:pt x="3139421" y="934151"/>
                </a:cubicBezTo>
                <a:cubicBezTo>
                  <a:pt x="3088799" y="931012"/>
                  <a:pt x="3038941" y="938464"/>
                  <a:pt x="2996922" y="927537"/>
                </a:cubicBezTo>
                <a:cubicBezTo>
                  <a:pt x="2992673" y="929234"/>
                  <a:pt x="2987900" y="930498"/>
                  <a:pt x="2982785" y="931453"/>
                </a:cubicBezTo>
                <a:lnTo>
                  <a:pt x="2967478" y="933397"/>
                </a:lnTo>
                <a:lnTo>
                  <a:pt x="2948552" y="932961"/>
                </a:lnTo>
                <a:lnTo>
                  <a:pt x="2944404" y="934452"/>
                </a:lnTo>
                <a:lnTo>
                  <a:pt x="2908608" y="937205"/>
                </a:lnTo>
                <a:lnTo>
                  <a:pt x="2904443" y="936455"/>
                </a:lnTo>
                <a:lnTo>
                  <a:pt x="2868935" y="938022"/>
                </a:lnTo>
                <a:lnTo>
                  <a:pt x="2868586" y="937487"/>
                </a:lnTo>
                <a:cubicBezTo>
                  <a:pt x="2866994" y="936327"/>
                  <a:pt x="2864292" y="935538"/>
                  <a:pt x="2859191" y="935503"/>
                </a:cubicBezTo>
                <a:cubicBezTo>
                  <a:pt x="2869075" y="927418"/>
                  <a:pt x="2856828" y="932364"/>
                  <a:pt x="2840915" y="932977"/>
                </a:cubicBezTo>
                <a:lnTo>
                  <a:pt x="2763509" y="921850"/>
                </a:lnTo>
                <a:lnTo>
                  <a:pt x="2756121" y="921864"/>
                </a:lnTo>
                <a:cubicBezTo>
                  <a:pt x="2756081" y="921822"/>
                  <a:pt x="2756039" y="921781"/>
                  <a:pt x="2755998" y="921739"/>
                </a:cubicBezTo>
                <a:cubicBezTo>
                  <a:pt x="2754445" y="921476"/>
                  <a:pt x="2752036" y="921380"/>
                  <a:pt x="2748255" y="921505"/>
                </a:cubicBezTo>
                <a:lnTo>
                  <a:pt x="2694601" y="915575"/>
                </a:lnTo>
                <a:cubicBezTo>
                  <a:pt x="2671223" y="919874"/>
                  <a:pt x="2666972" y="913376"/>
                  <a:pt x="2635357" y="910976"/>
                </a:cubicBezTo>
                <a:cubicBezTo>
                  <a:pt x="2621906" y="915051"/>
                  <a:pt x="2611315" y="913542"/>
                  <a:pt x="2601047" y="910263"/>
                </a:cubicBezTo>
                <a:cubicBezTo>
                  <a:pt x="2570084" y="912074"/>
                  <a:pt x="2542135" y="907435"/>
                  <a:pt x="2507482" y="906211"/>
                </a:cubicBezTo>
                <a:cubicBezTo>
                  <a:pt x="2469706" y="911437"/>
                  <a:pt x="2450920" y="901812"/>
                  <a:pt x="2413884" y="900545"/>
                </a:cubicBezTo>
                <a:cubicBezTo>
                  <a:pt x="2381338" y="909664"/>
                  <a:pt x="2387753" y="892438"/>
                  <a:pt x="2368912" y="888755"/>
                </a:cubicBezTo>
                <a:lnTo>
                  <a:pt x="2349490" y="889719"/>
                </a:lnTo>
                <a:lnTo>
                  <a:pt x="2344290" y="890584"/>
                </a:lnTo>
                <a:cubicBezTo>
                  <a:pt x="2340673" y="891041"/>
                  <a:pt x="2338228" y="891167"/>
                  <a:pt x="2336488" y="891058"/>
                </a:cubicBezTo>
                <a:lnTo>
                  <a:pt x="2329015" y="891627"/>
                </a:lnTo>
                <a:cubicBezTo>
                  <a:pt x="2316843" y="893039"/>
                  <a:pt x="2305064" y="894669"/>
                  <a:pt x="2293898" y="896431"/>
                </a:cubicBezTo>
                <a:cubicBezTo>
                  <a:pt x="2282637" y="890404"/>
                  <a:pt x="2242346" y="900851"/>
                  <a:pt x="2243927" y="888076"/>
                </a:cubicBezTo>
                <a:cubicBezTo>
                  <a:pt x="2228778" y="890081"/>
                  <a:pt x="2220725" y="895845"/>
                  <a:pt x="2223920" y="887331"/>
                </a:cubicBezTo>
                <a:cubicBezTo>
                  <a:pt x="2218877" y="887756"/>
                  <a:pt x="2215583" y="887254"/>
                  <a:pt x="2213081" y="886302"/>
                </a:cubicBezTo>
                <a:lnTo>
                  <a:pt x="2212307" y="885829"/>
                </a:lnTo>
                <a:lnTo>
                  <a:pt x="2152321" y="894418"/>
                </a:lnTo>
                <a:lnTo>
                  <a:pt x="2140985" y="895968"/>
                </a:lnTo>
                <a:lnTo>
                  <a:pt x="2121210" y="899354"/>
                </a:lnTo>
                <a:lnTo>
                  <a:pt x="2119146" y="899033"/>
                </a:lnTo>
                <a:lnTo>
                  <a:pt x="2105666" y="902240"/>
                </a:lnTo>
                <a:cubicBezTo>
                  <a:pt x="2101407" y="903601"/>
                  <a:pt x="2097735" y="905221"/>
                  <a:pt x="2094924" y="907203"/>
                </a:cubicBezTo>
                <a:cubicBezTo>
                  <a:pt x="2044793" y="900664"/>
                  <a:pt x="2001785" y="912168"/>
                  <a:pt x="1949478" y="913748"/>
                </a:cubicBezTo>
                <a:cubicBezTo>
                  <a:pt x="1891937" y="919585"/>
                  <a:pt x="1810334" y="935486"/>
                  <a:pt x="1749684" y="942223"/>
                </a:cubicBezTo>
                <a:lnTo>
                  <a:pt x="1585576" y="954170"/>
                </a:lnTo>
                <a:cubicBezTo>
                  <a:pt x="1549165" y="943719"/>
                  <a:pt x="1511425" y="950847"/>
                  <a:pt x="1476250" y="950653"/>
                </a:cubicBezTo>
                <a:cubicBezTo>
                  <a:pt x="1488515" y="961596"/>
                  <a:pt x="1432660" y="946795"/>
                  <a:pt x="1433927" y="959926"/>
                </a:cubicBezTo>
                <a:cubicBezTo>
                  <a:pt x="1427485" y="959475"/>
                  <a:pt x="1421205" y="958623"/>
                  <a:pt x="1414893" y="957671"/>
                </a:cubicBezTo>
                <a:lnTo>
                  <a:pt x="1411585" y="957179"/>
                </a:lnTo>
                <a:lnTo>
                  <a:pt x="1398896" y="957460"/>
                </a:lnTo>
                <a:lnTo>
                  <a:pt x="1394632" y="954725"/>
                </a:lnTo>
                <a:lnTo>
                  <a:pt x="1375043" y="953132"/>
                </a:lnTo>
                <a:cubicBezTo>
                  <a:pt x="1367813" y="952970"/>
                  <a:pt x="1360155" y="953305"/>
                  <a:pt x="1351876" y="954436"/>
                </a:cubicBezTo>
                <a:cubicBezTo>
                  <a:pt x="1325912" y="963028"/>
                  <a:pt x="1274459" y="952492"/>
                  <a:pt x="1242676" y="963767"/>
                </a:cubicBezTo>
                <a:cubicBezTo>
                  <a:pt x="1230276" y="966918"/>
                  <a:pt x="1216715" y="977098"/>
                  <a:pt x="1205993" y="974080"/>
                </a:cubicBezTo>
                <a:cubicBezTo>
                  <a:pt x="1174251" y="974112"/>
                  <a:pt x="1086982" y="964420"/>
                  <a:pt x="1052221" y="963954"/>
                </a:cubicBezTo>
                <a:cubicBezTo>
                  <a:pt x="1038515" y="970622"/>
                  <a:pt x="1009522" y="962342"/>
                  <a:pt x="968270" y="964761"/>
                </a:cubicBezTo>
                <a:cubicBezTo>
                  <a:pt x="943437" y="973698"/>
                  <a:pt x="900136" y="991017"/>
                  <a:pt x="874493" y="998122"/>
                </a:cubicBezTo>
                <a:cubicBezTo>
                  <a:pt x="848849" y="1005226"/>
                  <a:pt x="853424" y="1009427"/>
                  <a:pt x="814411" y="1007391"/>
                </a:cubicBezTo>
                <a:cubicBezTo>
                  <a:pt x="765926" y="1022821"/>
                  <a:pt x="732885" y="1009859"/>
                  <a:pt x="688604" y="1015631"/>
                </a:cubicBezTo>
                <a:cubicBezTo>
                  <a:pt x="638045" y="1020877"/>
                  <a:pt x="677999" y="1011556"/>
                  <a:pt x="618171" y="1027260"/>
                </a:cubicBezTo>
                <a:cubicBezTo>
                  <a:pt x="609680" y="1023165"/>
                  <a:pt x="583253" y="1020277"/>
                  <a:pt x="570379" y="1023487"/>
                </a:cubicBezTo>
                <a:cubicBezTo>
                  <a:pt x="543992" y="1022523"/>
                  <a:pt x="505183" y="1001686"/>
                  <a:pt x="482519" y="1002108"/>
                </a:cubicBezTo>
                <a:cubicBezTo>
                  <a:pt x="464011" y="1002285"/>
                  <a:pt x="495211" y="1007995"/>
                  <a:pt x="475319" y="1009922"/>
                </a:cubicBezTo>
                <a:cubicBezTo>
                  <a:pt x="450818" y="1011135"/>
                  <a:pt x="454804" y="1022539"/>
                  <a:pt x="431104" y="1009317"/>
                </a:cubicBezTo>
                <a:cubicBezTo>
                  <a:pt x="406857" y="1014651"/>
                  <a:pt x="399686" y="1008456"/>
                  <a:pt x="363782" y="1007585"/>
                </a:cubicBezTo>
                <a:cubicBezTo>
                  <a:pt x="350440" y="1012231"/>
                  <a:pt x="338145" y="1011245"/>
                  <a:pt x="325533" y="1008502"/>
                </a:cubicBezTo>
                <a:cubicBezTo>
                  <a:pt x="291944" y="1011745"/>
                  <a:pt x="259251" y="1008497"/>
                  <a:pt x="220429" y="1008927"/>
                </a:cubicBezTo>
                <a:cubicBezTo>
                  <a:pt x="180594" y="1015852"/>
                  <a:pt x="156150" y="1007265"/>
                  <a:pt x="114676" y="1007765"/>
                </a:cubicBezTo>
                <a:cubicBezTo>
                  <a:pt x="85718" y="1006195"/>
                  <a:pt x="43316" y="1001491"/>
                  <a:pt x="13470" y="998544"/>
                </a:cubicBezTo>
                <a:lnTo>
                  <a:pt x="0" y="997355"/>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31" name="Picture 30" descr="02_jobs_by_country.png"/>
          <p:cNvPicPr>
            <a:picLocks noChangeAspect="1"/>
          </p:cNvPicPr>
          <p:nvPr/>
        </p:nvPicPr>
        <p:blipFill>
          <a:blip r:embed="rId2"/>
          <a:stretch>
            <a:fillRect/>
          </a:stretch>
        </p:blipFill>
        <p:spPr>
          <a:xfrm>
            <a:off x="429768" y="1371600"/>
            <a:ext cx="11292840" cy="5724144"/>
          </a:xfrm>
          <a:prstGeom prst="rect">
            <a:avLst/>
          </a:prstGeom>
        </p:spPr>
      </p:pic>
    </p:spTree>
    <p:extLst>
      <p:ext uri="{BB962C8B-B14F-4D97-AF65-F5344CB8AC3E}">
        <p14:creationId xmlns:p14="http://schemas.microsoft.com/office/powerpoint/2010/main" val="22899203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5C009E8-361C-B603-CA3C-16594031867B}"/>
            </a:ext>
          </a:extLst>
        </p:cNvPr>
        <p:cNvGrpSpPr/>
        <p:nvPr/>
      </p:nvGrpSpPr>
      <p:grpSpPr>
        <a:xfrm>
          <a:off x="0" y="0"/>
          <a:ext cx="0" cy="0"/>
          <a:chOff x="0" y="0"/>
          <a:chExt cx="0" cy="0"/>
        </a:xfrm>
      </p:grpSpPr>
      <p:sp useBgFill="1">
        <p:nvSpPr>
          <p:cNvPr id="29" name="Rectangle 28">
            <a:extLst>
              <a:ext uri="{FF2B5EF4-FFF2-40B4-BE49-F238E27FC236}">
                <a16:creationId xmlns:a16="http://schemas.microsoft.com/office/drawing/2014/main" id="{45AB87B5-3269-4548-A0DD-9B558661F0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Freeform: Shape 29">
            <a:extLst>
              <a:ext uri="{FF2B5EF4-FFF2-40B4-BE49-F238E27FC236}">
                <a16:creationId xmlns:a16="http://schemas.microsoft.com/office/drawing/2014/main" id="{E32D1C24-00CB-D692-EB34-277EA7A7589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1766176" cy="2061837"/>
          </a:xfrm>
          <a:custGeom>
            <a:avLst/>
            <a:gdLst>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13657 w 10768629"/>
              <a:gd name="connsiteY144" fmla="*/ 1730706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40853 w 10768629"/>
              <a:gd name="connsiteY141" fmla="*/ 1657958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232341 w 10768629"/>
              <a:gd name="connsiteY179" fmla="*/ 1785942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232341 w 10768629"/>
              <a:gd name="connsiteY179" fmla="*/ 1785942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9462 w 10768629"/>
              <a:gd name="connsiteY48" fmla="*/ 987106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0257 w 10768629"/>
              <a:gd name="connsiteY182" fmla="*/ 1789615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84330 h 1978172"/>
              <a:gd name="connsiteX182" fmla="*/ 1120257 w 10768629"/>
              <a:gd name="connsiteY182" fmla="*/ 1789615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Lst>
            <a:rect l="l" t="t" r="r" b="b"/>
            <a:pathLst>
              <a:path w="10768629" h="1978172">
                <a:moveTo>
                  <a:pt x="0" y="0"/>
                </a:moveTo>
                <a:lnTo>
                  <a:pt x="10768629" y="0"/>
                </a:lnTo>
                <a:lnTo>
                  <a:pt x="10733254" y="31439"/>
                </a:lnTo>
                <a:lnTo>
                  <a:pt x="10727085" y="37910"/>
                </a:lnTo>
                <a:cubicBezTo>
                  <a:pt x="10712973" y="56080"/>
                  <a:pt x="10699457" y="78430"/>
                  <a:pt x="10675953" y="68623"/>
                </a:cubicBezTo>
                <a:cubicBezTo>
                  <a:pt x="10685972" y="89202"/>
                  <a:pt x="10641629" y="69781"/>
                  <a:pt x="10637091" y="90361"/>
                </a:cubicBezTo>
                <a:cubicBezTo>
                  <a:pt x="10635214" y="107005"/>
                  <a:pt x="10621323" y="104993"/>
                  <a:pt x="10610971" y="110764"/>
                </a:cubicBezTo>
                <a:cubicBezTo>
                  <a:pt x="10603980" y="127568"/>
                  <a:pt x="10551417" y="141180"/>
                  <a:pt x="10532872" y="138028"/>
                </a:cubicBezTo>
                <a:cubicBezTo>
                  <a:pt x="10480300" y="119072"/>
                  <a:pt x="10440532" y="186296"/>
                  <a:pt x="10398558" y="172911"/>
                </a:cubicBezTo>
                <a:cubicBezTo>
                  <a:pt x="10387708" y="174114"/>
                  <a:pt x="10378792" y="177646"/>
                  <a:pt x="10371128" y="182609"/>
                </a:cubicBezTo>
                <a:lnTo>
                  <a:pt x="10352178" y="199976"/>
                </a:lnTo>
                <a:lnTo>
                  <a:pt x="10351815" y="211879"/>
                </a:lnTo>
                <a:lnTo>
                  <a:pt x="10337471" y="218661"/>
                </a:lnTo>
                <a:lnTo>
                  <a:pt x="10334625" y="222351"/>
                </a:lnTo>
                <a:cubicBezTo>
                  <a:pt x="10321108" y="225227"/>
                  <a:pt x="10278615" y="228401"/>
                  <a:pt x="10256365" y="235917"/>
                </a:cubicBezTo>
                <a:cubicBezTo>
                  <a:pt x="10218136" y="258033"/>
                  <a:pt x="10224552" y="209685"/>
                  <a:pt x="10201127" y="267448"/>
                </a:cubicBezTo>
                <a:cubicBezTo>
                  <a:pt x="10121320" y="273476"/>
                  <a:pt x="10040763" y="345580"/>
                  <a:pt x="9961218" y="326720"/>
                </a:cubicBezTo>
                <a:cubicBezTo>
                  <a:pt x="9980173" y="341621"/>
                  <a:pt x="9883038" y="318484"/>
                  <a:pt x="9859715" y="355698"/>
                </a:cubicBezTo>
                <a:cubicBezTo>
                  <a:pt x="9812822" y="367758"/>
                  <a:pt x="9752089" y="383830"/>
                  <a:pt x="9679867" y="399081"/>
                </a:cubicBezTo>
                <a:cubicBezTo>
                  <a:pt x="9618357" y="415668"/>
                  <a:pt x="9525492" y="446315"/>
                  <a:pt x="9490654" y="455225"/>
                </a:cubicBezTo>
                <a:lnTo>
                  <a:pt x="9470837" y="452539"/>
                </a:lnTo>
                <a:lnTo>
                  <a:pt x="9469082" y="454891"/>
                </a:lnTo>
                <a:cubicBezTo>
                  <a:pt x="9460057" y="461184"/>
                  <a:pt x="9453495" y="461729"/>
                  <a:pt x="9448038" y="459733"/>
                </a:cubicBezTo>
                <a:lnTo>
                  <a:pt x="9396821" y="455795"/>
                </a:lnTo>
                <a:lnTo>
                  <a:pt x="9392197" y="459796"/>
                </a:lnTo>
                <a:lnTo>
                  <a:pt x="9347994" y="464462"/>
                </a:lnTo>
                <a:cubicBezTo>
                  <a:pt x="9347959" y="465155"/>
                  <a:pt x="9347925" y="465846"/>
                  <a:pt x="9347889" y="466539"/>
                </a:cubicBezTo>
                <a:cubicBezTo>
                  <a:pt x="9346648" y="471307"/>
                  <a:pt x="9343831" y="475025"/>
                  <a:pt x="9337639" y="476654"/>
                </a:cubicBezTo>
                <a:cubicBezTo>
                  <a:pt x="9354547" y="503661"/>
                  <a:pt x="9307720" y="510631"/>
                  <a:pt x="9287964" y="513052"/>
                </a:cubicBezTo>
                <a:cubicBezTo>
                  <a:pt x="9269905" y="526173"/>
                  <a:pt x="9245386" y="544358"/>
                  <a:pt x="9229283" y="555377"/>
                </a:cubicBezTo>
                <a:lnTo>
                  <a:pt x="9220274" y="557502"/>
                </a:lnTo>
                <a:cubicBezTo>
                  <a:pt x="9220250" y="557668"/>
                  <a:pt x="9220226" y="557835"/>
                  <a:pt x="9220202" y="558001"/>
                </a:cubicBezTo>
                <a:cubicBezTo>
                  <a:pt x="9218468" y="559434"/>
                  <a:pt x="9215591" y="560497"/>
                  <a:pt x="9210908" y="561147"/>
                </a:cubicBezTo>
                <a:lnTo>
                  <a:pt x="9186374" y="565502"/>
                </a:lnTo>
                <a:lnTo>
                  <a:pt x="9181058" y="569943"/>
                </a:lnTo>
                <a:lnTo>
                  <a:pt x="9167549" y="584727"/>
                </a:lnTo>
                <a:lnTo>
                  <a:pt x="9149110" y="598906"/>
                </a:lnTo>
                <a:cubicBezTo>
                  <a:pt x="9133575" y="594395"/>
                  <a:pt x="9087390" y="636567"/>
                  <a:pt x="9078556" y="644039"/>
                </a:cubicBezTo>
                <a:lnTo>
                  <a:pt x="8996399" y="690055"/>
                </a:lnTo>
                <a:cubicBezTo>
                  <a:pt x="8913147" y="777045"/>
                  <a:pt x="8867993" y="772591"/>
                  <a:pt x="8803791" y="813860"/>
                </a:cubicBezTo>
                <a:cubicBezTo>
                  <a:pt x="8745270" y="819906"/>
                  <a:pt x="8690049" y="823612"/>
                  <a:pt x="8636202" y="848463"/>
                </a:cubicBezTo>
                <a:cubicBezTo>
                  <a:pt x="8594799" y="860014"/>
                  <a:pt x="8568613" y="864779"/>
                  <a:pt x="8555372" y="883171"/>
                </a:cubicBezTo>
                <a:lnTo>
                  <a:pt x="8507229" y="901665"/>
                </a:lnTo>
                <a:lnTo>
                  <a:pt x="8428473" y="927985"/>
                </a:lnTo>
                <a:cubicBezTo>
                  <a:pt x="8428287" y="929817"/>
                  <a:pt x="8428100" y="931648"/>
                  <a:pt x="8427914" y="933480"/>
                </a:cubicBezTo>
                <a:lnTo>
                  <a:pt x="8420327" y="941984"/>
                </a:lnTo>
                <a:lnTo>
                  <a:pt x="8394729" y="948347"/>
                </a:lnTo>
                <a:lnTo>
                  <a:pt x="8380548" y="987916"/>
                </a:lnTo>
                <a:lnTo>
                  <a:pt x="8375330" y="965444"/>
                </a:lnTo>
                <a:cubicBezTo>
                  <a:pt x="8372375" y="964202"/>
                  <a:pt x="8344433" y="977378"/>
                  <a:pt x="8340796" y="980522"/>
                </a:cubicBezTo>
                <a:cubicBezTo>
                  <a:pt x="8328292" y="982128"/>
                  <a:pt x="8319237" y="991089"/>
                  <a:pt x="8304438" y="996739"/>
                </a:cubicBezTo>
                <a:cubicBezTo>
                  <a:pt x="8297193" y="1005683"/>
                  <a:pt x="8289328" y="1014568"/>
                  <a:pt x="8280929" y="1023089"/>
                </a:cubicBezTo>
                <a:lnTo>
                  <a:pt x="8275760" y="1027772"/>
                </a:lnTo>
                <a:lnTo>
                  <a:pt x="8275478" y="1027605"/>
                </a:lnTo>
                <a:cubicBezTo>
                  <a:pt x="8273970" y="1028076"/>
                  <a:pt x="8251461" y="1029408"/>
                  <a:pt x="8249003" y="1032033"/>
                </a:cubicBezTo>
                <a:lnTo>
                  <a:pt x="8203836" y="1037347"/>
                </a:lnTo>
                <a:cubicBezTo>
                  <a:pt x="8172789" y="1049890"/>
                  <a:pt x="8148166" y="1034625"/>
                  <a:pt x="8122936" y="1063113"/>
                </a:cubicBezTo>
                <a:cubicBezTo>
                  <a:pt x="8093850" y="1074757"/>
                  <a:pt x="8066781" y="1075350"/>
                  <a:pt x="8043658" y="1092746"/>
                </a:cubicBezTo>
                <a:cubicBezTo>
                  <a:pt x="8032157" y="1089174"/>
                  <a:pt x="8022145" y="1089998"/>
                  <a:pt x="8015351" y="1105478"/>
                </a:cubicBezTo>
                <a:cubicBezTo>
                  <a:pt x="7987544" y="1113006"/>
                  <a:pt x="7977708" y="1099152"/>
                  <a:pt x="7963145" y="1119346"/>
                </a:cubicBezTo>
                <a:cubicBezTo>
                  <a:pt x="7942622" y="1098880"/>
                  <a:pt x="7943760" y="1109516"/>
                  <a:pt x="7938145" y="1120225"/>
                </a:cubicBezTo>
                <a:lnTo>
                  <a:pt x="7937238" y="1121204"/>
                </a:lnTo>
                <a:lnTo>
                  <a:pt x="7934398" y="1118240"/>
                </a:lnTo>
                <a:lnTo>
                  <a:pt x="7918248" y="1124371"/>
                </a:lnTo>
                <a:lnTo>
                  <a:pt x="7914119" y="1127653"/>
                </a:lnTo>
                <a:cubicBezTo>
                  <a:pt x="7911201" y="1129547"/>
                  <a:pt x="7909169" y="1130331"/>
                  <a:pt x="7907658" y="1130350"/>
                </a:cubicBezTo>
                <a:lnTo>
                  <a:pt x="7907434" y="1130103"/>
                </a:lnTo>
                <a:lnTo>
                  <a:pt x="7901508" y="1133245"/>
                </a:lnTo>
                <a:cubicBezTo>
                  <a:pt x="7891644" y="1139271"/>
                  <a:pt x="7882185" y="1145815"/>
                  <a:pt x="7873287" y="1152609"/>
                </a:cubicBezTo>
                <a:cubicBezTo>
                  <a:pt x="7864672" y="1141906"/>
                  <a:pt x="7845199" y="1159242"/>
                  <a:pt x="7834833" y="1153868"/>
                </a:cubicBezTo>
                <a:lnTo>
                  <a:pt x="7828661" y="1139994"/>
                </a:lnTo>
                <a:lnTo>
                  <a:pt x="7823966" y="1143178"/>
                </a:lnTo>
                <a:lnTo>
                  <a:pt x="7815078" y="1151776"/>
                </a:lnTo>
                <a:cubicBezTo>
                  <a:pt x="7813692" y="1152943"/>
                  <a:pt x="7812687" y="1153116"/>
                  <a:pt x="7812026" y="1151522"/>
                </a:cubicBezTo>
                <a:cubicBezTo>
                  <a:pt x="7806555" y="1153054"/>
                  <a:pt x="7788673" y="1159989"/>
                  <a:pt x="7782249" y="1160970"/>
                </a:cubicBezTo>
                <a:lnTo>
                  <a:pt x="7773476" y="1157414"/>
                </a:lnTo>
                <a:lnTo>
                  <a:pt x="7769600" y="1157365"/>
                </a:lnTo>
                <a:lnTo>
                  <a:pt x="7752631" y="1172815"/>
                </a:lnTo>
                <a:lnTo>
                  <a:pt x="7739392" y="1192062"/>
                </a:lnTo>
                <a:lnTo>
                  <a:pt x="7677677" y="1216394"/>
                </a:lnTo>
                <a:lnTo>
                  <a:pt x="7586920" y="1261888"/>
                </a:lnTo>
                <a:cubicBezTo>
                  <a:pt x="7556723" y="1298911"/>
                  <a:pt x="7489187" y="1284518"/>
                  <a:pt x="7486100" y="1292563"/>
                </a:cubicBezTo>
                <a:cubicBezTo>
                  <a:pt x="7454875" y="1308356"/>
                  <a:pt x="7453335" y="1326361"/>
                  <a:pt x="7411323" y="1340732"/>
                </a:cubicBezTo>
                <a:cubicBezTo>
                  <a:pt x="7372519" y="1390006"/>
                  <a:pt x="7288617" y="1403664"/>
                  <a:pt x="7240698" y="1438832"/>
                </a:cubicBezTo>
                <a:cubicBezTo>
                  <a:pt x="7206467" y="1417136"/>
                  <a:pt x="7227555" y="1441678"/>
                  <a:pt x="7197675" y="1447530"/>
                </a:cubicBezTo>
                <a:cubicBezTo>
                  <a:pt x="7211601" y="1474927"/>
                  <a:pt x="7159483" y="1444981"/>
                  <a:pt x="7164788" y="1480293"/>
                </a:cubicBezTo>
                <a:cubicBezTo>
                  <a:pt x="7159184" y="1480240"/>
                  <a:pt x="7153584" y="1479075"/>
                  <a:pt x="7147929" y="1477641"/>
                </a:cubicBezTo>
                <a:lnTo>
                  <a:pt x="7144965" y="1476908"/>
                </a:lnTo>
                <a:lnTo>
                  <a:pt x="7134299" y="1479969"/>
                </a:lnTo>
                <a:lnTo>
                  <a:pt x="7129809" y="1473339"/>
                </a:lnTo>
                <a:lnTo>
                  <a:pt x="7112688" y="1472575"/>
                </a:lnTo>
                <a:cubicBezTo>
                  <a:pt x="7106506" y="1473449"/>
                  <a:pt x="7100123" y="1475741"/>
                  <a:pt x="7093470" y="1480300"/>
                </a:cubicBezTo>
                <a:cubicBezTo>
                  <a:pt x="7079039" y="1501274"/>
                  <a:pt x="7048991" y="1495718"/>
                  <a:pt x="7025034" y="1506934"/>
                </a:cubicBezTo>
                <a:lnTo>
                  <a:pt x="7014783" y="1515868"/>
                </a:lnTo>
                <a:lnTo>
                  <a:pt x="6979706" y="1523511"/>
                </a:lnTo>
                <a:lnTo>
                  <a:pt x="6977890" y="1525793"/>
                </a:lnTo>
                <a:cubicBezTo>
                  <a:pt x="6971996" y="1527914"/>
                  <a:pt x="6959488" y="1529941"/>
                  <a:pt x="6944339" y="1536237"/>
                </a:cubicBezTo>
                <a:lnTo>
                  <a:pt x="6886996" y="1563569"/>
                </a:lnTo>
                <a:lnTo>
                  <a:pt x="6874510" y="1558469"/>
                </a:lnTo>
                <a:lnTo>
                  <a:pt x="6871943" y="1554651"/>
                </a:lnTo>
                <a:lnTo>
                  <a:pt x="6856174" y="1562024"/>
                </a:lnTo>
                <a:lnTo>
                  <a:pt x="6842321" y="1560554"/>
                </a:lnTo>
                <a:lnTo>
                  <a:pt x="6832713" y="1569357"/>
                </a:lnTo>
                <a:lnTo>
                  <a:pt x="6816351" y="1571495"/>
                </a:lnTo>
                <a:cubicBezTo>
                  <a:pt x="6810216" y="1571510"/>
                  <a:pt x="6803310" y="1571324"/>
                  <a:pt x="6795800" y="1572010"/>
                </a:cubicBezTo>
                <a:lnTo>
                  <a:pt x="6777546" y="1568661"/>
                </a:lnTo>
                <a:lnTo>
                  <a:pt x="6751528" y="1574143"/>
                </a:lnTo>
                <a:cubicBezTo>
                  <a:pt x="6731455" y="1578562"/>
                  <a:pt x="6712054" y="1582098"/>
                  <a:pt x="6691966" y="1582255"/>
                </a:cubicBezTo>
                <a:cubicBezTo>
                  <a:pt x="6677921" y="1590738"/>
                  <a:pt x="6663787" y="1595441"/>
                  <a:pt x="6646941" y="1588471"/>
                </a:cubicBezTo>
                <a:cubicBezTo>
                  <a:pt x="6605135" y="1597971"/>
                  <a:pt x="6598373" y="1612583"/>
                  <a:pt x="6568576" y="1606488"/>
                </a:cubicBezTo>
                <a:cubicBezTo>
                  <a:pt x="6562510" y="1614734"/>
                  <a:pt x="6558067" y="1619360"/>
                  <a:pt x="6554358" y="1621701"/>
                </a:cubicBezTo>
                <a:cubicBezTo>
                  <a:pt x="6543227" y="1628727"/>
                  <a:pt x="6538724" y="1615196"/>
                  <a:pt x="6516968" y="1617195"/>
                </a:cubicBezTo>
                <a:cubicBezTo>
                  <a:pt x="6493173" y="1617368"/>
                  <a:pt x="6528193" y="1598652"/>
                  <a:pt x="6506479" y="1602227"/>
                </a:cubicBezTo>
                <a:cubicBezTo>
                  <a:pt x="6486674" y="1613929"/>
                  <a:pt x="6478484" y="1593997"/>
                  <a:pt x="6458436" y="1607332"/>
                </a:cubicBezTo>
                <a:cubicBezTo>
                  <a:pt x="6471168" y="1620800"/>
                  <a:pt x="6410323" y="1615478"/>
                  <a:pt x="6414786" y="1628815"/>
                </a:cubicBezTo>
                <a:cubicBezTo>
                  <a:pt x="6385942" y="1615041"/>
                  <a:pt x="6386569" y="1640238"/>
                  <a:pt x="6357085" y="1640846"/>
                </a:cubicBezTo>
                <a:cubicBezTo>
                  <a:pt x="6341163" y="1636809"/>
                  <a:pt x="6331497" y="1637754"/>
                  <a:pt x="6322636" y="1648213"/>
                </a:cubicBezTo>
                <a:cubicBezTo>
                  <a:pt x="6248448" y="1627802"/>
                  <a:pt x="6286748" y="1654976"/>
                  <a:pt x="6226172" y="1654676"/>
                </a:cubicBezTo>
                <a:lnTo>
                  <a:pt x="6221217" y="1654506"/>
                </a:lnTo>
                <a:lnTo>
                  <a:pt x="6204956" y="1664280"/>
                </a:lnTo>
                <a:cubicBezTo>
                  <a:pt x="6204728" y="1665114"/>
                  <a:pt x="6204498" y="1665947"/>
                  <a:pt x="6204270" y="1666782"/>
                </a:cubicBezTo>
                <a:lnTo>
                  <a:pt x="6143810" y="1661963"/>
                </a:lnTo>
                <a:lnTo>
                  <a:pt x="6136560" y="1665728"/>
                </a:lnTo>
                <a:lnTo>
                  <a:pt x="6096155" y="1656951"/>
                </a:lnTo>
                <a:lnTo>
                  <a:pt x="6075812" y="1655422"/>
                </a:lnTo>
                <a:lnTo>
                  <a:pt x="6039495" y="1649680"/>
                </a:lnTo>
                <a:lnTo>
                  <a:pt x="6036523" y="1652121"/>
                </a:lnTo>
                <a:lnTo>
                  <a:pt x="6029328" y="1649904"/>
                </a:lnTo>
                <a:lnTo>
                  <a:pt x="6024075" y="1652779"/>
                </a:lnTo>
                <a:lnTo>
                  <a:pt x="6018085" y="1652030"/>
                </a:lnTo>
                <a:cubicBezTo>
                  <a:pt x="6006658" y="1653831"/>
                  <a:pt x="5968194" y="1662035"/>
                  <a:pt x="5955513" y="1663584"/>
                </a:cubicBezTo>
                <a:lnTo>
                  <a:pt x="5941996" y="1661326"/>
                </a:lnTo>
                <a:lnTo>
                  <a:pt x="5931789" y="1669915"/>
                </a:lnTo>
                <a:lnTo>
                  <a:pt x="5888686" y="1672175"/>
                </a:lnTo>
                <a:lnTo>
                  <a:pt x="5873794" y="1665454"/>
                </a:lnTo>
                <a:lnTo>
                  <a:pt x="5860022" y="1660635"/>
                </a:lnTo>
                <a:lnTo>
                  <a:pt x="5858237" y="1660649"/>
                </a:lnTo>
                <a:lnTo>
                  <a:pt x="5840319" y="1660798"/>
                </a:lnTo>
                <a:lnTo>
                  <a:pt x="5806984" y="1661075"/>
                </a:lnTo>
                <a:cubicBezTo>
                  <a:pt x="5785708" y="1661533"/>
                  <a:pt x="5764126" y="1662974"/>
                  <a:pt x="5742351" y="1667489"/>
                </a:cubicBezTo>
                <a:cubicBezTo>
                  <a:pt x="5659069" y="1645168"/>
                  <a:pt x="5615134" y="1706361"/>
                  <a:pt x="5521171" y="1671626"/>
                </a:cubicBezTo>
                <a:cubicBezTo>
                  <a:pt x="5491803" y="1671296"/>
                  <a:pt x="5498089" y="1662666"/>
                  <a:pt x="5457384" y="1683952"/>
                </a:cubicBezTo>
                <a:cubicBezTo>
                  <a:pt x="5356959" y="1699287"/>
                  <a:pt x="5078905" y="1774579"/>
                  <a:pt x="4950070" y="1748401"/>
                </a:cubicBezTo>
                <a:cubicBezTo>
                  <a:pt x="4918276" y="1752255"/>
                  <a:pt x="4891043" y="1756936"/>
                  <a:pt x="4872172" y="1757222"/>
                </a:cubicBezTo>
                <a:lnTo>
                  <a:pt x="4809524" y="1761033"/>
                </a:lnTo>
                <a:cubicBezTo>
                  <a:pt x="4791324" y="1772975"/>
                  <a:pt x="4777258" y="1754591"/>
                  <a:pt x="4759058" y="1766533"/>
                </a:cubicBezTo>
                <a:cubicBezTo>
                  <a:pt x="4747481" y="1770744"/>
                  <a:pt x="4734604" y="1772921"/>
                  <a:pt x="4719749" y="1771811"/>
                </a:cubicBezTo>
                <a:cubicBezTo>
                  <a:pt x="4671168" y="1780243"/>
                  <a:pt x="4634134" y="1775931"/>
                  <a:pt x="4568686" y="1786141"/>
                </a:cubicBezTo>
                <a:cubicBezTo>
                  <a:pt x="4544667" y="1777910"/>
                  <a:pt x="4432547" y="1778168"/>
                  <a:pt x="4418751" y="1796932"/>
                </a:cubicBezTo>
                <a:cubicBezTo>
                  <a:pt x="4403360" y="1801488"/>
                  <a:pt x="4385278" y="1795746"/>
                  <a:pt x="4378377" y="1815528"/>
                </a:cubicBezTo>
                <a:cubicBezTo>
                  <a:pt x="4366870" y="1839461"/>
                  <a:pt x="4337372" y="1814003"/>
                  <a:pt x="4320575" y="1832722"/>
                </a:cubicBezTo>
                <a:cubicBezTo>
                  <a:pt x="4277898" y="1857053"/>
                  <a:pt x="4243945" y="1846759"/>
                  <a:pt x="4211935" y="1860177"/>
                </a:cubicBezTo>
                <a:cubicBezTo>
                  <a:pt x="4181519" y="1859584"/>
                  <a:pt x="4171342" y="1859762"/>
                  <a:pt x="4101228" y="1868717"/>
                </a:cubicBezTo>
                <a:cubicBezTo>
                  <a:pt x="4080159" y="1876188"/>
                  <a:pt x="4039427" y="1877381"/>
                  <a:pt x="3973223" y="1881015"/>
                </a:cubicBezTo>
                <a:cubicBezTo>
                  <a:pt x="3971330" y="1884974"/>
                  <a:pt x="3952843" y="1879225"/>
                  <a:pt x="3900992" y="1880603"/>
                </a:cubicBezTo>
                <a:cubicBezTo>
                  <a:pt x="3849141" y="1881981"/>
                  <a:pt x="3740060" y="1895686"/>
                  <a:pt x="3662119" y="1889285"/>
                </a:cubicBezTo>
                <a:cubicBezTo>
                  <a:pt x="3565155" y="1881322"/>
                  <a:pt x="3613412" y="1915150"/>
                  <a:pt x="3496919" y="1873180"/>
                </a:cubicBezTo>
                <a:cubicBezTo>
                  <a:pt x="3488062" y="1895719"/>
                  <a:pt x="3474293" y="1876288"/>
                  <a:pt x="3449433" y="1889681"/>
                </a:cubicBezTo>
                <a:cubicBezTo>
                  <a:pt x="3406553" y="1891629"/>
                  <a:pt x="3413217" y="1897797"/>
                  <a:pt x="3369766" y="1916653"/>
                </a:cubicBezTo>
                <a:cubicBezTo>
                  <a:pt x="3338805" y="1929531"/>
                  <a:pt x="3289487" y="1928617"/>
                  <a:pt x="3269672" y="1938036"/>
                </a:cubicBezTo>
                <a:lnTo>
                  <a:pt x="3224897" y="1943733"/>
                </a:lnTo>
                <a:cubicBezTo>
                  <a:pt x="3188693" y="1949271"/>
                  <a:pt x="3178540" y="1909145"/>
                  <a:pt x="3161463" y="1946591"/>
                </a:cubicBezTo>
                <a:lnTo>
                  <a:pt x="3112044" y="1935614"/>
                </a:lnTo>
                <a:lnTo>
                  <a:pt x="3069716" y="1930463"/>
                </a:lnTo>
                <a:cubicBezTo>
                  <a:pt x="3049937" y="1924285"/>
                  <a:pt x="3047816" y="1925644"/>
                  <a:pt x="3005773" y="1915878"/>
                </a:cubicBezTo>
                <a:cubicBezTo>
                  <a:pt x="2978838" y="1921092"/>
                  <a:pt x="2967972" y="1927319"/>
                  <a:pt x="2897201" y="1926772"/>
                </a:cubicBezTo>
                <a:lnTo>
                  <a:pt x="2783891" y="1931749"/>
                </a:lnTo>
                <a:cubicBezTo>
                  <a:pt x="2753098" y="1932794"/>
                  <a:pt x="2731621" y="1915151"/>
                  <a:pt x="2712447" y="1933044"/>
                </a:cubicBezTo>
                <a:cubicBezTo>
                  <a:pt x="2621923" y="1990472"/>
                  <a:pt x="2637976" y="1949546"/>
                  <a:pt x="2560151" y="1963609"/>
                </a:cubicBezTo>
                <a:cubicBezTo>
                  <a:pt x="2472084" y="1973456"/>
                  <a:pt x="2423631" y="1962133"/>
                  <a:pt x="2367221" y="1971884"/>
                </a:cubicBezTo>
                <a:cubicBezTo>
                  <a:pt x="2355331" y="1950582"/>
                  <a:pt x="2295649" y="1950006"/>
                  <a:pt x="2272130" y="1961162"/>
                </a:cubicBezTo>
                <a:cubicBezTo>
                  <a:pt x="2229336" y="1964326"/>
                  <a:pt x="2232627" y="1943953"/>
                  <a:pt x="2189404" y="1978172"/>
                </a:cubicBezTo>
                <a:cubicBezTo>
                  <a:pt x="2153824" y="1968017"/>
                  <a:pt x="2114605" y="1969166"/>
                  <a:pt x="2077704" y="1965002"/>
                </a:cubicBezTo>
                <a:cubicBezTo>
                  <a:pt x="2053064" y="1962036"/>
                  <a:pt x="2051584" y="1971011"/>
                  <a:pt x="2033299" y="1969042"/>
                </a:cubicBezTo>
                <a:cubicBezTo>
                  <a:pt x="2015014" y="1967073"/>
                  <a:pt x="1998956" y="1958903"/>
                  <a:pt x="1967996" y="1953187"/>
                </a:cubicBezTo>
                <a:cubicBezTo>
                  <a:pt x="1924117" y="1970917"/>
                  <a:pt x="1915668" y="1940297"/>
                  <a:pt x="1855805" y="1926082"/>
                </a:cubicBezTo>
                <a:cubicBezTo>
                  <a:pt x="1830663" y="1943732"/>
                  <a:pt x="1810564" y="1935694"/>
                  <a:pt x="1790957" y="1919460"/>
                </a:cubicBezTo>
                <a:cubicBezTo>
                  <a:pt x="1732588" y="1924884"/>
                  <a:pt x="1679506" y="1900619"/>
                  <a:pt x="1613978" y="1891581"/>
                </a:cubicBezTo>
                <a:cubicBezTo>
                  <a:pt x="1542961" y="1912227"/>
                  <a:pt x="1506863" y="1865666"/>
                  <a:pt x="1436831" y="1856201"/>
                </a:cubicBezTo>
                <a:cubicBezTo>
                  <a:pt x="1409149" y="1862955"/>
                  <a:pt x="1416370" y="1829853"/>
                  <a:pt x="1357365" y="1832140"/>
                </a:cubicBezTo>
                <a:cubicBezTo>
                  <a:pt x="1285880" y="1811785"/>
                  <a:pt x="1273193" y="1786872"/>
                  <a:pt x="1232341" y="1785942"/>
                </a:cubicBezTo>
                <a:cubicBezTo>
                  <a:pt x="1223903" y="1792798"/>
                  <a:pt x="1160576" y="1793911"/>
                  <a:pt x="1162595" y="1784330"/>
                </a:cubicBezTo>
                <a:cubicBezTo>
                  <a:pt x="1153167" y="1787110"/>
                  <a:pt x="1122206" y="1805077"/>
                  <a:pt x="1120257" y="1789615"/>
                </a:cubicBezTo>
                <a:cubicBezTo>
                  <a:pt x="1073149" y="1786750"/>
                  <a:pt x="1034361" y="1768718"/>
                  <a:pt x="991903" y="1786741"/>
                </a:cubicBezTo>
                <a:cubicBezTo>
                  <a:pt x="966383" y="1781126"/>
                  <a:pt x="949501" y="1800915"/>
                  <a:pt x="883960" y="1809389"/>
                </a:cubicBezTo>
                <a:cubicBezTo>
                  <a:pt x="836064" y="1808194"/>
                  <a:pt x="826980" y="1826610"/>
                  <a:pt x="766531" y="1805053"/>
                </a:cubicBezTo>
                <a:cubicBezTo>
                  <a:pt x="732778" y="1801141"/>
                  <a:pt x="694055" y="1787044"/>
                  <a:pt x="669779" y="1800537"/>
                </a:cubicBezTo>
                <a:cubicBezTo>
                  <a:pt x="645252" y="1794709"/>
                  <a:pt x="563495" y="1813232"/>
                  <a:pt x="523898" y="1811085"/>
                </a:cubicBezTo>
                <a:cubicBezTo>
                  <a:pt x="457555" y="1798530"/>
                  <a:pt x="395227" y="1824052"/>
                  <a:pt x="360251" y="1830735"/>
                </a:cubicBezTo>
                <a:cubicBezTo>
                  <a:pt x="313564" y="1825583"/>
                  <a:pt x="298281" y="1811622"/>
                  <a:pt x="255207" y="1818275"/>
                </a:cubicBezTo>
                <a:cubicBezTo>
                  <a:pt x="206572" y="1839769"/>
                  <a:pt x="160277" y="1836800"/>
                  <a:pt x="101803" y="1870647"/>
                </a:cubicBezTo>
                <a:cubicBezTo>
                  <a:pt x="85849" y="1910002"/>
                  <a:pt x="27997" y="1845258"/>
                  <a:pt x="25397" y="1888443"/>
                </a:cubicBezTo>
                <a:cubicBezTo>
                  <a:pt x="19096" y="1881154"/>
                  <a:pt x="11260" y="1878398"/>
                  <a:pt x="2370" y="1878311"/>
                </a:cubicBezTo>
                <a:lnTo>
                  <a:pt x="0" y="1878785"/>
                </a:lnTo>
                <a:lnTo>
                  <a:pt x="0" y="0"/>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663BC436-A26E-54C7-2C64-239997DEB498}"/>
              </a:ext>
            </a:extLst>
          </p:cNvPr>
          <p:cNvSpPr>
            <a:spLocks noGrp="1"/>
          </p:cNvSpPr>
          <p:nvPr>
            <p:ph type="title"/>
          </p:nvPr>
        </p:nvSpPr>
        <p:spPr>
          <a:xfrm>
            <a:off x="1186877" y="65575"/>
            <a:ext cx="9392421" cy="1330841"/>
          </a:xfrm>
        </p:spPr>
        <p:txBody>
          <a:bodyPr vert="horz" lIns="91440" tIns="45720" rIns="91440" bIns="45720" rtlCol="0" anchor="ctr">
            <a:normAutofit/>
          </a:bodyPr>
          <a:lstStyle/>
          <a:p>
            <a:pPr algn="ctr"/>
            <a:r>
              <a:rPr lang="en-US" sz="3600" dirty="0"/>
              <a:t>Global job data with "AI" as keyword – By Industry</a:t>
            </a:r>
            <a:br>
              <a:rPr lang="en-US" dirty="0"/>
            </a:br>
            <a:r>
              <a:rPr lang="en-US" sz="2700" dirty="0"/>
              <a:t/>
            </a:r>
            <a:endParaRPr lang="en-US" kern="1200" dirty="0">
              <a:solidFill>
                <a:schemeClr val="tx1"/>
              </a:solidFill>
              <a:latin typeface="+mj-lt"/>
              <a:ea typeface="+mj-ea"/>
              <a:cs typeface="+mj-cs"/>
            </a:endParaRPr>
          </a:p>
        </p:txBody>
      </p:sp>
      <p:sp>
        <p:nvSpPr>
          <p:cNvPr id="14" name="Freeform: Shape 13">
            <a:extLst>
              <a:ext uri="{FF2B5EF4-FFF2-40B4-BE49-F238E27FC236}">
                <a16:creationId xmlns:a16="http://schemas.microsoft.com/office/drawing/2014/main" id="{31CAF6B2-743A-9E96-51A2-BC74BB4D3F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5381624" y="6209414"/>
            <a:ext cx="6810375" cy="648586"/>
          </a:xfrm>
          <a:custGeom>
            <a:avLst/>
            <a:gdLst>
              <a:gd name="connsiteX0" fmla="*/ 0 w 10753706"/>
              <a:gd name="connsiteY0" fmla="*/ 0 h 1027260"/>
              <a:gd name="connsiteX1" fmla="*/ 10753706 w 10753706"/>
              <a:gd name="connsiteY1" fmla="*/ 0 h 1027260"/>
              <a:gd name="connsiteX2" fmla="*/ 10748809 w 10753706"/>
              <a:gd name="connsiteY2" fmla="*/ 2522 h 1027260"/>
              <a:gd name="connsiteX3" fmla="*/ 10725330 w 10753706"/>
              <a:gd name="connsiteY3" fmla="*/ 11977 h 1027260"/>
              <a:gd name="connsiteX4" fmla="*/ 10615423 w 10753706"/>
              <a:gd name="connsiteY4" fmla="*/ 52967 h 1027260"/>
              <a:gd name="connsiteX5" fmla="*/ 10533936 w 10753706"/>
              <a:gd name="connsiteY5" fmla="*/ 53095 h 1027260"/>
              <a:gd name="connsiteX6" fmla="*/ 10466876 w 10753706"/>
              <a:gd name="connsiteY6" fmla="*/ 45180 h 1027260"/>
              <a:gd name="connsiteX7" fmla="*/ 10355090 w 10753706"/>
              <a:gd name="connsiteY7" fmla="*/ 89741 h 1027260"/>
              <a:gd name="connsiteX8" fmla="*/ 10087145 w 10753706"/>
              <a:gd name="connsiteY8" fmla="*/ 66115 h 1027260"/>
              <a:gd name="connsiteX9" fmla="*/ 10015902 w 10753706"/>
              <a:gd name="connsiteY9" fmla="*/ 76178 h 1027260"/>
              <a:gd name="connsiteX10" fmla="*/ 9806005 w 10753706"/>
              <a:gd name="connsiteY10" fmla="*/ 102435 h 1027260"/>
              <a:gd name="connsiteX11" fmla="*/ 9602583 w 10753706"/>
              <a:gd name="connsiteY11" fmla="*/ 179170 h 1027260"/>
              <a:gd name="connsiteX12" fmla="*/ 9469719 w 10753706"/>
              <a:gd name="connsiteY12" fmla="*/ 174721 h 1027260"/>
              <a:gd name="connsiteX13" fmla="*/ 9408692 w 10753706"/>
              <a:gd name="connsiteY13" fmla="*/ 189513 h 1027260"/>
              <a:gd name="connsiteX14" fmla="*/ 9364151 w 10753706"/>
              <a:gd name="connsiteY14" fmla="*/ 194072 h 1027260"/>
              <a:gd name="connsiteX15" fmla="*/ 9337751 w 10753706"/>
              <a:gd name="connsiteY15" fmla="*/ 197579 h 1027260"/>
              <a:gd name="connsiteX16" fmla="*/ 9297166 w 10753706"/>
              <a:gd name="connsiteY16" fmla="*/ 216558 h 1027260"/>
              <a:gd name="connsiteX17" fmla="*/ 9123859 w 10753706"/>
              <a:gd name="connsiteY17" fmla="*/ 237356 h 1027260"/>
              <a:gd name="connsiteX18" fmla="*/ 8950741 w 10753706"/>
              <a:gd name="connsiteY18" fmla="*/ 238020 h 1027260"/>
              <a:gd name="connsiteX19" fmla="*/ 8718236 w 10753706"/>
              <a:gd name="connsiteY19" fmla="*/ 303148 h 1027260"/>
              <a:gd name="connsiteX20" fmla="*/ 8694011 w 10753706"/>
              <a:gd name="connsiteY20" fmla="*/ 308812 h 1027260"/>
              <a:gd name="connsiteX21" fmla="*/ 8611976 w 10753706"/>
              <a:gd name="connsiteY21" fmla="*/ 324819 h 1027260"/>
              <a:gd name="connsiteX22" fmla="*/ 8562074 w 10753706"/>
              <a:gd name="connsiteY22" fmla="*/ 337971 h 1027260"/>
              <a:gd name="connsiteX23" fmla="*/ 8501724 w 10753706"/>
              <a:gd name="connsiteY23" fmla="*/ 360865 h 1027260"/>
              <a:gd name="connsiteX24" fmla="*/ 8504489 w 10753706"/>
              <a:gd name="connsiteY24" fmla="*/ 364790 h 1027260"/>
              <a:gd name="connsiteX25" fmla="*/ 8492774 w 10753706"/>
              <a:gd name="connsiteY25" fmla="*/ 366181 h 1027260"/>
              <a:gd name="connsiteX26" fmla="*/ 8466405 w 10753706"/>
              <a:gd name="connsiteY26" fmla="*/ 368724 h 1027260"/>
              <a:gd name="connsiteX27" fmla="*/ 8427069 w 10753706"/>
              <a:gd name="connsiteY27" fmla="*/ 387211 h 1027260"/>
              <a:gd name="connsiteX28" fmla="*/ 8387766 w 10753706"/>
              <a:gd name="connsiteY28" fmla="*/ 377161 h 1027260"/>
              <a:gd name="connsiteX29" fmla="*/ 8315874 w 10753706"/>
              <a:gd name="connsiteY29" fmla="*/ 395527 h 1027260"/>
              <a:gd name="connsiteX30" fmla="*/ 8274474 w 10753706"/>
              <a:gd name="connsiteY30" fmla="*/ 405112 h 1027260"/>
              <a:gd name="connsiteX31" fmla="*/ 8234664 w 10753706"/>
              <a:gd name="connsiteY31" fmla="*/ 410219 h 1027260"/>
              <a:gd name="connsiteX32" fmla="*/ 8211268 w 10753706"/>
              <a:gd name="connsiteY32" fmla="*/ 416791 h 1027260"/>
              <a:gd name="connsiteX33" fmla="*/ 8188615 w 10753706"/>
              <a:gd name="connsiteY33" fmla="*/ 421755 h 1027260"/>
              <a:gd name="connsiteX34" fmla="*/ 8179981 w 10753706"/>
              <a:gd name="connsiteY34" fmla="*/ 420402 h 1027260"/>
              <a:gd name="connsiteX35" fmla="*/ 8179307 w 10753706"/>
              <a:gd name="connsiteY35" fmla="*/ 422516 h 1027260"/>
              <a:gd name="connsiteX36" fmla="*/ 8147929 w 10753706"/>
              <a:gd name="connsiteY36" fmla="*/ 450302 h 1027260"/>
              <a:gd name="connsiteX37" fmla="*/ 8089136 w 10753706"/>
              <a:gd name="connsiteY37" fmla="*/ 465283 h 1027260"/>
              <a:gd name="connsiteX38" fmla="*/ 8049973 w 10753706"/>
              <a:gd name="connsiteY38" fmla="*/ 454121 h 1027260"/>
              <a:gd name="connsiteX39" fmla="*/ 7965913 w 10753706"/>
              <a:gd name="connsiteY39" fmla="*/ 464415 h 1027260"/>
              <a:gd name="connsiteX40" fmla="*/ 7945093 w 10753706"/>
              <a:gd name="connsiteY40" fmla="*/ 464798 h 1027260"/>
              <a:gd name="connsiteX41" fmla="*/ 7935335 w 10753706"/>
              <a:gd name="connsiteY41" fmla="*/ 462442 h 1027260"/>
              <a:gd name="connsiteX42" fmla="*/ 7904779 w 10753706"/>
              <a:gd name="connsiteY42" fmla="*/ 471429 h 1027260"/>
              <a:gd name="connsiteX43" fmla="*/ 7855604 w 10753706"/>
              <a:gd name="connsiteY43" fmla="*/ 480199 h 1027260"/>
              <a:gd name="connsiteX44" fmla="*/ 7832630 w 10753706"/>
              <a:gd name="connsiteY44" fmla="*/ 485371 h 1027260"/>
              <a:gd name="connsiteX45" fmla="*/ 7812438 w 10753706"/>
              <a:gd name="connsiteY45" fmla="*/ 485391 h 1027260"/>
              <a:gd name="connsiteX46" fmla="*/ 7701399 w 10753706"/>
              <a:gd name="connsiteY46" fmla="*/ 495197 h 1027260"/>
              <a:gd name="connsiteX47" fmla="*/ 7674778 w 10753706"/>
              <a:gd name="connsiteY47" fmla="*/ 494723 h 1027260"/>
              <a:gd name="connsiteX48" fmla="*/ 7660445 w 10753706"/>
              <a:gd name="connsiteY48" fmla="*/ 490194 h 1027260"/>
              <a:gd name="connsiteX49" fmla="*/ 7651781 w 10753706"/>
              <a:gd name="connsiteY49" fmla="*/ 493084 h 1027260"/>
              <a:gd name="connsiteX50" fmla="*/ 7584807 w 10753706"/>
              <a:gd name="connsiteY50" fmla="*/ 499490 h 1027260"/>
              <a:gd name="connsiteX51" fmla="*/ 7541324 w 10753706"/>
              <a:gd name="connsiteY51" fmla="*/ 504184 h 1027260"/>
              <a:gd name="connsiteX52" fmla="*/ 7541756 w 10753706"/>
              <a:gd name="connsiteY52" fmla="*/ 512184 h 1027260"/>
              <a:gd name="connsiteX53" fmla="*/ 7503906 w 10753706"/>
              <a:gd name="connsiteY53" fmla="*/ 518551 h 1027260"/>
              <a:gd name="connsiteX54" fmla="*/ 7460411 w 10753706"/>
              <a:gd name="connsiteY54" fmla="*/ 517415 h 1027260"/>
              <a:gd name="connsiteX55" fmla="*/ 7460116 w 10753706"/>
              <a:gd name="connsiteY55" fmla="*/ 517548 h 1027260"/>
              <a:gd name="connsiteX56" fmla="*/ 7297810 w 10753706"/>
              <a:gd name="connsiteY56" fmla="*/ 563947 h 1027260"/>
              <a:gd name="connsiteX57" fmla="*/ 6946388 w 10753706"/>
              <a:gd name="connsiteY57" fmla="*/ 665244 h 1027260"/>
              <a:gd name="connsiteX58" fmla="*/ 6741704 w 10753706"/>
              <a:gd name="connsiteY58" fmla="*/ 679365 h 1027260"/>
              <a:gd name="connsiteX59" fmla="*/ 6624680 w 10753706"/>
              <a:gd name="connsiteY59" fmla="*/ 677674 h 1027260"/>
              <a:gd name="connsiteX60" fmla="*/ 6605700 w 10753706"/>
              <a:gd name="connsiteY60" fmla="*/ 683566 h 1027260"/>
              <a:gd name="connsiteX61" fmla="*/ 6576922 w 10753706"/>
              <a:gd name="connsiteY61" fmla="*/ 683030 h 1027260"/>
              <a:gd name="connsiteX62" fmla="*/ 6405123 w 10753706"/>
              <a:gd name="connsiteY62" fmla="*/ 721946 h 1027260"/>
              <a:gd name="connsiteX63" fmla="*/ 6368938 w 10753706"/>
              <a:gd name="connsiteY63" fmla="*/ 717341 h 1027260"/>
              <a:gd name="connsiteX64" fmla="*/ 6295102 w 10753706"/>
              <a:gd name="connsiteY64" fmla="*/ 729508 h 1027260"/>
              <a:gd name="connsiteX65" fmla="*/ 6202084 w 10753706"/>
              <a:gd name="connsiteY65" fmla="*/ 767091 h 1027260"/>
              <a:gd name="connsiteX66" fmla="*/ 6067157 w 10753706"/>
              <a:gd name="connsiteY66" fmla="*/ 790339 h 1027260"/>
              <a:gd name="connsiteX67" fmla="*/ 6061443 w 10753706"/>
              <a:gd name="connsiteY67" fmla="*/ 796151 h 1027260"/>
              <a:gd name="connsiteX68" fmla="*/ 6051406 w 10753706"/>
              <a:gd name="connsiteY68" fmla="*/ 800684 h 1027260"/>
              <a:gd name="connsiteX69" fmla="*/ 6049097 w 10753706"/>
              <a:gd name="connsiteY69" fmla="*/ 800636 h 1027260"/>
              <a:gd name="connsiteX70" fmla="*/ 6034222 w 10753706"/>
              <a:gd name="connsiteY70" fmla="*/ 804110 h 1027260"/>
              <a:gd name="connsiteX71" fmla="*/ 6033121 w 10753706"/>
              <a:gd name="connsiteY71" fmla="*/ 806078 h 1027260"/>
              <a:gd name="connsiteX72" fmla="*/ 6023593 w 10753706"/>
              <a:gd name="connsiteY72" fmla="*/ 808842 h 1027260"/>
              <a:gd name="connsiteX73" fmla="*/ 6006639 w 10753706"/>
              <a:gd name="connsiteY73" fmla="*/ 815304 h 1027260"/>
              <a:gd name="connsiteX74" fmla="*/ 6001762 w 10753706"/>
              <a:gd name="connsiteY74" fmla="*/ 815557 h 1027260"/>
              <a:gd name="connsiteX75" fmla="*/ 5973534 w 10753706"/>
              <a:gd name="connsiteY75" fmla="*/ 823815 h 1027260"/>
              <a:gd name="connsiteX76" fmla="*/ 5972336 w 10753706"/>
              <a:gd name="connsiteY76" fmla="*/ 823476 h 1027260"/>
              <a:gd name="connsiteX77" fmla="*/ 5960841 w 10753706"/>
              <a:gd name="connsiteY77" fmla="*/ 823819 h 1027260"/>
              <a:gd name="connsiteX78" fmla="*/ 5940719 w 10753706"/>
              <a:gd name="connsiteY78" fmla="*/ 825514 h 1027260"/>
              <a:gd name="connsiteX79" fmla="*/ 5884298 w 10753706"/>
              <a:gd name="connsiteY79" fmla="*/ 823806 h 1027260"/>
              <a:gd name="connsiteX80" fmla="*/ 5854779 w 10753706"/>
              <a:gd name="connsiteY80" fmla="*/ 832365 h 1027260"/>
              <a:gd name="connsiteX81" fmla="*/ 5848382 w 10753706"/>
              <a:gd name="connsiteY81" fmla="*/ 833844 h 1027260"/>
              <a:gd name="connsiteX82" fmla="*/ 5848066 w 10753706"/>
              <a:gd name="connsiteY82" fmla="*/ 833772 h 1027260"/>
              <a:gd name="connsiteX83" fmla="*/ 5840944 w 10753706"/>
              <a:gd name="connsiteY83" fmla="*/ 835132 h 1027260"/>
              <a:gd name="connsiteX84" fmla="*/ 5836719 w 10753706"/>
              <a:gd name="connsiteY84" fmla="*/ 836539 h 1027260"/>
              <a:gd name="connsiteX85" fmla="*/ 5824311 w 10753706"/>
              <a:gd name="connsiteY85" fmla="*/ 839408 h 1027260"/>
              <a:gd name="connsiteX86" fmla="*/ 5818788 w 10753706"/>
              <a:gd name="connsiteY86" fmla="*/ 839727 h 1027260"/>
              <a:gd name="connsiteX87" fmla="*/ 5763953 w 10753706"/>
              <a:gd name="connsiteY87" fmla="*/ 834282 h 1027260"/>
              <a:gd name="connsiteX88" fmla="*/ 5667748 w 10753706"/>
              <a:gd name="connsiteY88" fmla="*/ 840211 h 1027260"/>
              <a:gd name="connsiteX89" fmla="*/ 5573108 w 10753706"/>
              <a:gd name="connsiteY89" fmla="*/ 847611 h 1027260"/>
              <a:gd name="connsiteX90" fmla="*/ 5539137 w 10753706"/>
              <a:gd name="connsiteY90" fmla="*/ 851033 h 1027260"/>
              <a:gd name="connsiteX91" fmla="*/ 5510651 w 10753706"/>
              <a:gd name="connsiteY91" fmla="*/ 844215 h 1027260"/>
              <a:gd name="connsiteX92" fmla="*/ 5457331 w 10753706"/>
              <a:gd name="connsiteY92" fmla="*/ 839159 h 1027260"/>
              <a:gd name="connsiteX93" fmla="*/ 5410613 w 10753706"/>
              <a:gd name="connsiteY93" fmla="*/ 834358 h 1027260"/>
              <a:gd name="connsiteX94" fmla="*/ 5370040 w 10753706"/>
              <a:gd name="connsiteY94" fmla="*/ 862127 h 1027260"/>
              <a:gd name="connsiteX95" fmla="*/ 5318778 w 10753706"/>
              <a:gd name="connsiteY95" fmla="*/ 855310 h 1027260"/>
              <a:gd name="connsiteX96" fmla="*/ 5298645 w 10753706"/>
              <a:gd name="connsiteY96" fmla="*/ 855171 h 1027260"/>
              <a:gd name="connsiteX97" fmla="*/ 5253828 w 10753706"/>
              <a:gd name="connsiteY97" fmla="*/ 859670 h 1027260"/>
              <a:gd name="connsiteX98" fmla="*/ 5216955 w 10753706"/>
              <a:gd name="connsiteY98" fmla="*/ 866245 h 1027260"/>
              <a:gd name="connsiteX99" fmla="*/ 5214344 w 10753706"/>
              <a:gd name="connsiteY99" fmla="*/ 868102 h 1027260"/>
              <a:gd name="connsiteX100" fmla="*/ 5195561 w 10753706"/>
              <a:gd name="connsiteY100" fmla="*/ 869949 h 1027260"/>
              <a:gd name="connsiteX101" fmla="*/ 5182555 w 10753706"/>
              <a:gd name="connsiteY101" fmla="*/ 873542 h 1027260"/>
              <a:gd name="connsiteX102" fmla="*/ 5172552 w 10753706"/>
              <a:gd name="connsiteY102" fmla="*/ 878801 h 1027260"/>
              <a:gd name="connsiteX103" fmla="*/ 5027993 w 10753706"/>
              <a:gd name="connsiteY103" fmla="*/ 889666 h 1027260"/>
              <a:gd name="connsiteX104" fmla="*/ 4939844 w 10753706"/>
              <a:gd name="connsiteY104" fmla="*/ 934802 h 1027260"/>
              <a:gd name="connsiteX105" fmla="*/ 4792576 w 10753706"/>
              <a:gd name="connsiteY105" fmla="*/ 934820 h 1027260"/>
              <a:gd name="connsiteX106" fmla="*/ 4602423 w 10753706"/>
              <a:gd name="connsiteY106" fmla="*/ 958063 h 1027260"/>
              <a:gd name="connsiteX107" fmla="*/ 4290656 w 10753706"/>
              <a:gd name="connsiteY107" fmla="*/ 969152 h 1027260"/>
              <a:gd name="connsiteX108" fmla="*/ 3952334 w 10753706"/>
              <a:gd name="connsiteY108" fmla="*/ 954043 h 1027260"/>
              <a:gd name="connsiteX109" fmla="*/ 3858560 w 10753706"/>
              <a:gd name="connsiteY109" fmla="*/ 948781 h 1027260"/>
              <a:gd name="connsiteX110" fmla="*/ 3846597 w 10753706"/>
              <a:gd name="connsiteY110" fmla="*/ 948382 h 1027260"/>
              <a:gd name="connsiteX111" fmla="*/ 3736044 w 10753706"/>
              <a:gd name="connsiteY111" fmla="*/ 947759 h 1027260"/>
              <a:gd name="connsiteX112" fmla="*/ 3713136 w 10753706"/>
              <a:gd name="connsiteY112" fmla="*/ 946963 h 1027260"/>
              <a:gd name="connsiteX113" fmla="*/ 3695939 w 10753706"/>
              <a:gd name="connsiteY113" fmla="*/ 943639 h 1027260"/>
              <a:gd name="connsiteX114" fmla="*/ 3694125 w 10753706"/>
              <a:gd name="connsiteY114" fmla="*/ 940567 h 1027260"/>
              <a:gd name="connsiteX115" fmla="*/ 3681925 w 10753706"/>
              <a:gd name="connsiteY115" fmla="*/ 939706 h 1027260"/>
              <a:gd name="connsiteX116" fmla="*/ 3679204 w 10753706"/>
              <a:gd name="connsiteY116" fmla="*/ 938926 h 1027260"/>
              <a:gd name="connsiteX117" fmla="*/ 3615656 w 10753706"/>
              <a:gd name="connsiteY117" fmla="*/ 940320 h 1027260"/>
              <a:gd name="connsiteX118" fmla="*/ 3567983 w 10753706"/>
              <a:gd name="connsiteY118" fmla="*/ 935596 h 1027260"/>
              <a:gd name="connsiteX119" fmla="*/ 3422423 w 10753706"/>
              <a:gd name="connsiteY119" fmla="*/ 932129 h 1027260"/>
              <a:gd name="connsiteX120" fmla="*/ 3310925 w 10753706"/>
              <a:gd name="connsiteY120" fmla="*/ 911072 h 1027260"/>
              <a:gd name="connsiteX121" fmla="*/ 3139421 w 10753706"/>
              <a:gd name="connsiteY121" fmla="*/ 934151 h 1027260"/>
              <a:gd name="connsiteX122" fmla="*/ 2996922 w 10753706"/>
              <a:gd name="connsiteY122" fmla="*/ 927537 h 1027260"/>
              <a:gd name="connsiteX123" fmla="*/ 2982785 w 10753706"/>
              <a:gd name="connsiteY123" fmla="*/ 931453 h 1027260"/>
              <a:gd name="connsiteX124" fmla="*/ 2967478 w 10753706"/>
              <a:gd name="connsiteY124" fmla="*/ 933397 h 1027260"/>
              <a:gd name="connsiteX125" fmla="*/ 2948552 w 10753706"/>
              <a:gd name="connsiteY125" fmla="*/ 932961 h 1027260"/>
              <a:gd name="connsiteX126" fmla="*/ 2944404 w 10753706"/>
              <a:gd name="connsiteY126" fmla="*/ 934452 h 1027260"/>
              <a:gd name="connsiteX127" fmla="*/ 2908608 w 10753706"/>
              <a:gd name="connsiteY127" fmla="*/ 937205 h 1027260"/>
              <a:gd name="connsiteX128" fmla="*/ 2904443 w 10753706"/>
              <a:gd name="connsiteY128" fmla="*/ 936455 h 1027260"/>
              <a:gd name="connsiteX129" fmla="*/ 2868935 w 10753706"/>
              <a:gd name="connsiteY129" fmla="*/ 938022 h 1027260"/>
              <a:gd name="connsiteX130" fmla="*/ 2868586 w 10753706"/>
              <a:gd name="connsiteY130" fmla="*/ 937487 h 1027260"/>
              <a:gd name="connsiteX131" fmla="*/ 2859191 w 10753706"/>
              <a:gd name="connsiteY131" fmla="*/ 935503 h 1027260"/>
              <a:gd name="connsiteX132" fmla="*/ 2840915 w 10753706"/>
              <a:gd name="connsiteY132" fmla="*/ 932977 h 1027260"/>
              <a:gd name="connsiteX133" fmla="*/ 2763509 w 10753706"/>
              <a:gd name="connsiteY133" fmla="*/ 921850 h 1027260"/>
              <a:gd name="connsiteX134" fmla="*/ 2756121 w 10753706"/>
              <a:gd name="connsiteY134" fmla="*/ 921864 h 1027260"/>
              <a:gd name="connsiteX135" fmla="*/ 2755998 w 10753706"/>
              <a:gd name="connsiteY135" fmla="*/ 921739 h 1027260"/>
              <a:gd name="connsiteX136" fmla="*/ 2748255 w 10753706"/>
              <a:gd name="connsiteY136" fmla="*/ 921505 h 1027260"/>
              <a:gd name="connsiteX137" fmla="*/ 2694601 w 10753706"/>
              <a:gd name="connsiteY137" fmla="*/ 915575 h 1027260"/>
              <a:gd name="connsiteX138" fmla="*/ 2635357 w 10753706"/>
              <a:gd name="connsiteY138" fmla="*/ 910976 h 1027260"/>
              <a:gd name="connsiteX139" fmla="*/ 2601047 w 10753706"/>
              <a:gd name="connsiteY139" fmla="*/ 910263 h 1027260"/>
              <a:gd name="connsiteX140" fmla="*/ 2507482 w 10753706"/>
              <a:gd name="connsiteY140" fmla="*/ 906211 h 1027260"/>
              <a:gd name="connsiteX141" fmla="*/ 2413884 w 10753706"/>
              <a:gd name="connsiteY141" fmla="*/ 900545 h 1027260"/>
              <a:gd name="connsiteX142" fmla="*/ 2368912 w 10753706"/>
              <a:gd name="connsiteY142" fmla="*/ 888755 h 1027260"/>
              <a:gd name="connsiteX143" fmla="*/ 2349490 w 10753706"/>
              <a:gd name="connsiteY143" fmla="*/ 889719 h 1027260"/>
              <a:gd name="connsiteX144" fmla="*/ 2344290 w 10753706"/>
              <a:gd name="connsiteY144" fmla="*/ 890584 h 1027260"/>
              <a:gd name="connsiteX145" fmla="*/ 2336488 w 10753706"/>
              <a:gd name="connsiteY145" fmla="*/ 891058 h 1027260"/>
              <a:gd name="connsiteX146" fmla="*/ 2329015 w 10753706"/>
              <a:gd name="connsiteY146" fmla="*/ 891627 h 1027260"/>
              <a:gd name="connsiteX147" fmla="*/ 2293898 w 10753706"/>
              <a:gd name="connsiteY147" fmla="*/ 896431 h 1027260"/>
              <a:gd name="connsiteX148" fmla="*/ 2243927 w 10753706"/>
              <a:gd name="connsiteY148" fmla="*/ 888076 h 1027260"/>
              <a:gd name="connsiteX149" fmla="*/ 2223920 w 10753706"/>
              <a:gd name="connsiteY149" fmla="*/ 887331 h 1027260"/>
              <a:gd name="connsiteX150" fmla="*/ 2213081 w 10753706"/>
              <a:gd name="connsiteY150" fmla="*/ 886302 h 1027260"/>
              <a:gd name="connsiteX151" fmla="*/ 2212307 w 10753706"/>
              <a:gd name="connsiteY151" fmla="*/ 885829 h 1027260"/>
              <a:gd name="connsiteX152" fmla="*/ 2152321 w 10753706"/>
              <a:gd name="connsiteY152" fmla="*/ 894418 h 1027260"/>
              <a:gd name="connsiteX153" fmla="*/ 2140985 w 10753706"/>
              <a:gd name="connsiteY153" fmla="*/ 895968 h 1027260"/>
              <a:gd name="connsiteX154" fmla="*/ 2121210 w 10753706"/>
              <a:gd name="connsiteY154" fmla="*/ 899354 h 1027260"/>
              <a:gd name="connsiteX155" fmla="*/ 2119146 w 10753706"/>
              <a:gd name="connsiteY155" fmla="*/ 899033 h 1027260"/>
              <a:gd name="connsiteX156" fmla="*/ 2105666 w 10753706"/>
              <a:gd name="connsiteY156" fmla="*/ 902240 h 1027260"/>
              <a:gd name="connsiteX157" fmla="*/ 2094924 w 10753706"/>
              <a:gd name="connsiteY157" fmla="*/ 907203 h 1027260"/>
              <a:gd name="connsiteX158" fmla="*/ 1949478 w 10753706"/>
              <a:gd name="connsiteY158" fmla="*/ 913748 h 1027260"/>
              <a:gd name="connsiteX159" fmla="*/ 1749684 w 10753706"/>
              <a:gd name="connsiteY159" fmla="*/ 942223 h 1027260"/>
              <a:gd name="connsiteX160" fmla="*/ 1585576 w 10753706"/>
              <a:gd name="connsiteY160" fmla="*/ 954170 h 1027260"/>
              <a:gd name="connsiteX161" fmla="*/ 1476250 w 10753706"/>
              <a:gd name="connsiteY161" fmla="*/ 950653 h 1027260"/>
              <a:gd name="connsiteX162" fmla="*/ 1433927 w 10753706"/>
              <a:gd name="connsiteY162" fmla="*/ 959926 h 1027260"/>
              <a:gd name="connsiteX163" fmla="*/ 1414893 w 10753706"/>
              <a:gd name="connsiteY163" fmla="*/ 957671 h 1027260"/>
              <a:gd name="connsiteX164" fmla="*/ 1411585 w 10753706"/>
              <a:gd name="connsiteY164" fmla="*/ 957179 h 1027260"/>
              <a:gd name="connsiteX165" fmla="*/ 1398896 w 10753706"/>
              <a:gd name="connsiteY165" fmla="*/ 957460 h 1027260"/>
              <a:gd name="connsiteX166" fmla="*/ 1394632 w 10753706"/>
              <a:gd name="connsiteY166" fmla="*/ 954725 h 1027260"/>
              <a:gd name="connsiteX167" fmla="*/ 1375043 w 10753706"/>
              <a:gd name="connsiteY167" fmla="*/ 953132 h 1027260"/>
              <a:gd name="connsiteX168" fmla="*/ 1351876 w 10753706"/>
              <a:gd name="connsiteY168" fmla="*/ 954436 h 1027260"/>
              <a:gd name="connsiteX169" fmla="*/ 1242676 w 10753706"/>
              <a:gd name="connsiteY169" fmla="*/ 963767 h 1027260"/>
              <a:gd name="connsiteX170" fmla="*/ 1205993 w 10753706"/>
              <a:gd name="connsiteY170" fmla="*/ 974080 h 1027260"/>
              <a:gd name="connsiteX171" fmla="*/ 1052221 w 10753706"/>
              <a:gd name="connsiteY171" fmla="*/ 963954 h 1027260"/>
              <a:gd name="connsiteX172" fmla="*/ 968270 w 10753706"/>
              <a:gd name="connsiteY172" fmla="*/ 964761 h 1027260"/>
              <a:gd name="connsiteX173" fmla="*/ 874493 w 10753706"/>
              <a:gd name="connsiteY173" fmla="*/ 998122 h 1027260"/>
              <a:gd name="connsiteX174" fmla="*/ 814411 w 10753706"/>
              <a:gd name="connsiteY174" fmla="*/ 1007391 h 1027260"/>
              <a:gd name="connsiteX175" fmla="*/ 688604 w 10753706"/>
              <a:gd name="connsiteY175" fmla="*/ 1015631 h 1027260"/>
              <a:gd name="connsiteX176" fmla="*/ 618171 w 10753706"/>
              <a:gd name="connsiteY176" fmla="*/ 1027260 h 1027260"/>
              <a:gd name="connsiteX177" fmla="*/ 570379 w 10753706"/>
              <a:gd name="connsiteY177" fmla="*/ 1023487 h 1027260"/>
              <a:gd name="connsiteX178" fmla="*/ 482519 w 10753706"/>
              <a:gd name="connsiteY178" fmla="*/ 1002108 h 1027260"/>
              <a:gd name="connsiteX179" fmla="*/ 475319 w 10753706"/>
              <a:gd name="connsiteY179" fmla="*/ 1009922 h 1027260"/>
              <a:gd name="connsiteX180" fmla="*/ 431104 w 10753706"/>
              <a:gd name="connsiteY180" fmla="*/ 1009317 h 1027260"/>
              <a:gd name="connsiteX181" fmla="*/ 363782 w 10753706"/>
              <a:gd name="connsiteY181" fmla="*/ 1007585 h 1027260"/>
              <a:gd name="connsiteX182" fmla="*/ 325533 w 10753706"/>
              <a:gd name="connsiteY182" fmla="*/ 1008502 h 1027260"/>
              <a:gd name="connsiteX183" fmla="*/ 220429 w 10753706"/>
              <a:gd name="connsiteY183" fmla="*/ 1008927 h 1027260"/>
              <a:gd name="connsiteX184" fmla="*/ 114676 w 10753706"/>
              <a:gd name="connsiteY184" fmla="*/ 1007765 h 1027260"/>
              <a:gd name="connsiteX185" fmla="*/ 13470 w 10753706"/>
              <a:gd name="connsiteY185" fmla="*/ 998544 h 1027260"/>
              <a:gd name="connsiteX186" fmla="*/ 0 w 10753706"/>
              <a:gd name="connsiteY186" fmla="*/ 997355 h 10272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Lst>
            <a:rect l="l" t="t" r="r" b="b"/>
            <a:pathLst>
              <a:path w="10753706" h="1027260">
                <a:moveTo>
                  <a:pt x="0" y="0"/>
                </a:moveTo>
                <a:lnTo>
                  <a:pt x="10753706" y="0"/>
                </a:lnTo>
                <a:lnTo>
                  <a:pt x="10748809" y="2522"/>
                </a:lnTo>
                <a:cubicBezTo>
                  <a:pt x="10744031" y="4644"/>
                  <a:pt x="10737551" y="7204"/>
                  <a:pt x="10725330" y="11977"/>
                </a:cubicBezTo>
                <a:cubicBezTo>
                  <a:pt x="10700888" y="21523"/>
                  <a:pt x="10652058" y="39304"/>
                  <a:pt x="10615423" y="52967"/>
                </a:cubicBezTo>
                <a:cubicBezTo>
                  <a:pt x="10598524" y="49017"/>
                  <a:pt x="10550674" y="61360"/>
                  <a:pt x="10533936" y="53095"/>
                </a:cubicBezTo>
                <a:cubicBezTo>
                  <a:pt x="10519435" y="55674"/>
                  <a:pt x="10480156" y="49393"/>
                  <a:pt x="10466876" y="45180"/>
                </a:cubicBezTo>
                <a:cubicBezTo>
                  <a:pt x="10443145" y="68059"/>
                  <a:pt x="10382269" y="71294"/>
                  <a:pt x="10355090" y="89741"/>
                </a:cubicBezTo>
                <a:cubicBezTo>
                  <a:pt x="10286222" y="95376"/>
                  <a:pt x="10146285" y="63529"/>
                  <a:pt x="10087145" y="66115"/>
                </a:cubicBezTo>
                <a:cubicBezTo>
                  <a:pt x="10067575" y="79584"/>
                  <a:pt x="10043111" y="68921"/>
                  <a:pt x="10015902" y="76178"/>
                </a:cubicBezTo>
                <a:cubicBezTo>
                  <a:pt x="9952302" y="84628"/>
                  <a:pt x="9893286" y="103337"/>
                  <a:pt x="9806005" y="102435"/>
                </a:cubicBezTo>
                <a:cubicBezTo>
                  <a:pt x="9782247" y="141133"/>
                  <a:pt x="9674787" y="151643"/>
                  <a:pt x="9602583" y="179170"/>
                </a:cubicBezTo>
                <a:cubicBezTo>
                  <a:pt x="9557658" y="187584"/>
                  <a:pt x="9478290" y="154235"/>
                  <a:pt x="9469719" y="174721"/>
                </a:cubicBezTo>
                <a:cubicBezTo>
                  <a:pt x="9443779" y="165070"/>
                  <a:pt x="9431317" y="185692"/>
                  <a:pt x="9408692" y="189513"/>
                </a:cubicBezTo>
                <a:cubicBezTo>
                  <a:pt x="9387154" y="183843"/>
                  <a:pt x="9380475" y="191089"/>
                  <a:pt x="9364151" y="194072"/>
                </a:cubicBezTo>
                <a:cubicBezTo>
                  <a:pt x="9354686" y="190222"/>
                  <a:pt x="9340485" y="191782"/>
                  <a:pt x="9337751" y="197579"/>
                </a:cubicBezTo>
                <a:cubicBezTo>
                  <a:pt x="9349566" y="209270"/>
                  <a:pt x="9297468" y="207714"/>
                  <a:pt x="9297166" y="216558"/>
                </a:cubicBezTo>
                <a:cubicBezTo>
                  <a:pt x="9269057" y="220999"/>
                  <a:pt x="9139630" y="221783"/>
                  <a:pt x="9123859" y="237356"/>
                </a:cubicBezTo>
                <a:cubicBezTo>
                  <a:pt x="9068176" y="249209"/>
                  <a:pt x="8975349" y="235349"/>
                  <a:pt x="8950741" y="238020"/>
                </a:cubicBezTo>
                <a:cubicBezTo>
                  <a:pt x="8916265" y="215428"/>
                  <a:pt x="8822808" y="292026"/>
                  <a:pt x="8718236" y="303148"/>
                </a:cubicBezTo>
                <a:cubicBezTo>
                  <a:pt x="8703111" y="302060"/>
                  <a:pt x="8695551" y="302792"/>
                  <a:pt x="8694011" y="308812"/>
                </a:cubicBezTo>
                <a:cubicBezTo>
                  <a:pt x="8661810" y="312764"/>
                  <a:pt x="8637956" y="329628"/>
                  <a:pt x="8611976" y="324819"/>
                </a:cubicBezTo>
                <a:cubicBezTo>
                  <a:pt x="8621849" y="336388"/>
                  <a:pt x="8562809" y="325917"/>
                  <a:pt x="8562074" y="337971"/>
                </a:cubicBezTo>
                <a:cubicBezTo>
                  <a:pt x="8543699" y="343978"/>
                  <a:pt x="8511321" y="356396"/>
                  <a:pt x="8501724" y="360865"/>
                </a:cubicBezTo>
                <a:lnTo>
                  <a:pt x="8504489" y="364790"/>
                </a:lnTo>
                <a:lnTo>
                  <a:pt x="8492774" y="366181"/>
                </a:lnTo>
                <a:lnTo>
                  <a:pt x="8466405" y="368724"/>
                </a:lnTo>
                <a:cubicBezTo>
                  <a:pt x="8455454" y="372229"/>
                  <a:pt x="8440175" y="385805"/>
                  <a:pt x="8427069" y="387211"/>
                </a:cubicBezTo>
                <a:cubicBezTo>
                  <a:pt x="8400442" y="392215"/>
                  <a:pt x="8397079" y="382989"/>
                  <a:pt x="8387766" y="377161"/>
                </a:cubicBezTo>
                <a:cubicBezTo>
                  <a:pt x="8369233" y="378548"/>
                  <a:pt x="8334756" y="390869"/>
                  <a:pt x="8315874" y="395527"/>
                </a:cubicBezTo>
                <a:cubicBezTo>
                  <a:pt x="8306664" y="400500"/>
                  <a:pt x="8272845" y="393679"/>
                  <a:pt x="8274474" y="405112"/>
                </a:cubicBezTo>
                <a:cubicBezTo>
                  <a:pt x="8255483" y="406194"/>
                  <a:pt x="8244963" y="408376"/>
                  <a:pt x="8234664" y="410219"/>
                </a:cubicBezTo>
                <a:lnTo>
                  <a:pt x="8211268" y="416791"/>
                </a:lnTo>
                <a:cubicBezTo>
                  <a:pt x="8204720" y="419941"/>
                  <a:pt x="8197411" y="422004"/>
                  <a:pt x="8188615" y="421755"/>
                </a:cubicBezTo>
                <a:lnTo>
                  <a:pt x="8179981" y="420402"/>
                </a:lnTo>
                <a:lnTo>
                  <a:pt x="8179307" y="422516"/>
                </a:lnTo>
                <a:cubicBezTo>
                  <a:pt x="8179027" y="425797"/>
                  <a:pt x="8175790" y="448341"/>
                  <a:pt x="8147929" y="450302"/>
                </a:cubicBezTo>
                <a:cubicBezTo>
                  <a:pt x="8130300" y="457967"/>
                  <a:pt x="8114933" y="461015"/>
                  <a:pt x="8089136" y="465283"/>
                </a:cubicBezTo>
                <a:cubicBezTo>
                  <a:pt x="8072810" y="465920"/>
                  <a:pt x="8069376" y="451569"/>
                  <a:pt x="8049973" y="454121"/>
                </a:cubicBezTo>
                <a:cubicBezTo>
                  <a:pt x="7974508" y="471465"/>
                  <a:pt x="8006050" y="447139"/>
                  <a:pt x="7965913" y="464415"/>
                </a:cubicBezTo>
                <a:cubicBezTo>
                  <a:pt x="7958234" y="466025"/>
                  <a:pt x="7951405" y="465800"/>
                  <a:pt x="7945093" y="464798"/>
                </a:cubicBezTo>
                <a:lnTo>
                  <a:pt x="7935335" y="462442"/>
                </a:lnTo>
                <a:lnTo>
                  <a:pt x="7904779" y="471429"/>
                </a:lnTo>
                <a:cubicBezTo>
                  <a:pt x="7889387" y="474999"/>
                  <a:pt x="7872867" y="477951"/>
                  <a:pt x="7855604" y="480199"/>
                </a:cubicBezTo>
                <a:cubicBezTo>
                  <a:pt x="7850005" y="476378"/>
                  <a:pt x="7838628" y="483595"/>
                  <a:pt x="7832630" y="485371"/>
                </a:cubicBezTo>
                <a:cubicBezTo>
                  <a:pt x="7831473" y="482645"/>
                  <a:pt x="7816623" y="482661"/>
                  <a:pt x="7812438" y="485391"/>
                </a:cubicBezTo>
                <a:cubicBezTo>
                  <a:pt x="7709470" y="505049"/>
                  <a:pt x="7759426" y="473956"/>
                  <a:pt x="7701399" y="495197"/>
                </a:cubicBezTo>
                <a:cubicBezTo>
                  <a:pt x="7690986" y="496989"/>
                  <a:pt x="7682397" y="496365"/>
                  <a:pt x="7674778" y="494723"/>
                </a:cubicBezTo>
                <a:lnTo>
                  <a:pt x="7660445" y="490194"/>
                </a:lnTo>
                <a:lnTo>
                  <a:pt x="7651781" y="493084"/>
                </a:lnTo>
                <a:cubicBezTo>
                  <a:pt x="7616113" y="496548"/>
                  <a:pt x="7603273" y="491735"/>
                  <a:pt x="7584807" y="499490"/>
                </a:cubicBezTo>
                <a:cubicBezTo>
                  <a:pt x="7549256" y="490212"/>
                  <a:pt x="7563949" y="500167"/>
                  <a:pt x="7541324" y="504184"/>
                </a:cubicBezTo>
                <a:cubicBezTo>
                  <a:pt x="7523851" y="508307"/>
                  <a:pt x="7559546" y="509825"/>
                  <a:pt x="7541756" y="512184"/>
                </a:cubicBezTo>
                <a:cubicBezTo>
                  <a:pt x="7520963" y="510864"/>
                  <a:pt x="7525755" y="520497"/>
                  <a:pt x="7503906" y="518551"/>
                </a:cubicBezTo>
                <a:cubicBezTo>
                  <a:pt x="7505924" y="510774"/>
                  <a:pt x="7464361" y="523683"/>
                  <a:pt x="7460411" y="517415"/>
                </a:cubicBezTo>
                <a:lnTo>
                  <a:pt x="7460116" y="517548"/>
                </a:lnTo>
                <a:cubicBezTo>
                  <a:pt x="7447785" y="530928"/>
                  <a:pt x="7310141" y="550568"/>
                  <a:pt x="7297810" y="563947"/>
                </a:cubicBezTo>
                <a:cubicBezTo>
                  <a:pt x="7221791" y="605698"/>
                  <a:pt x="7039072" y="646008"/>
                  <a:pt x="6946388" y="665244"/>
                </a:cubicBezTo>
                <a:cubicBezTo>
                  <a:pt x="6853704" y="684480"/>
                  <a:pt x="6804875" y="677485"/>
                  <a:pt x="6741704" y="679365"/>
                </a:cubicBezTo>
                <a:lnTo>
                  <a:pt x="6624680" y="677674"/>
                </a:lnTo>
                <a:lnTo>
                  <a:pt x="6605700" y="683566"/>
                </a:lnTo>
                <a:cubicBezTo>
                  <a:pt x="6603309" y="685184"/>
                  <a:pt x="6599550" y="685647"/>
                  <a:pt x="6576922" y="683030"/>
                </a:cubicBezTo>
                <a:cubicBezTo>
                  <a:pt x="6527275" y="698355"/>
                  <a:pt x="6440981" y="702347"/>
                  <a:pt x="6405123" y="721946"/>
                </a:cubicBezTo>
                <a:cubicBezTo>
                  <a:pt x="6407963" y="715467"/>
                  <a:pt x="6383450" y="712913"/>
                  <a:pt x="6368938" y="717341"/>
                </a:cubicBezTo>
                <a:cubicBezTo>
                  <a:pt x="6377914" y="692119"/>
                  <a:pt x="6315316" y="744281"/>
                  <a:pt x="6295102" y="729508"/>
                </a:cubicBezTo>
                <a:cubicBezTo>
                  <a:pt x="6300358" y="744473"/>
                  <a:pt x="6240070" y="776254"/>
                  <a:pt x="6202084" y="767091"/>
                </a:cubicBezTo>
                <a:cubicBezTo>
                  <a:pt x="6152826" y="774744"/>
                  <a:pt x="6122010" y="790367"/>
                  <a:pt x="6067157" y="790339"/>
                </a:cubicBezTo>
                <a:cubicBezTo>
                  <a:pt x="6066310" y="792484"/>
                  <a:pt x="6064283" y="794403"/>
                  <a:pt x="6061443" y="796151"/>
                </a:cubicBezTo>
                <a:lnTo>
                  <a:pt x="6051406" y="800684"/>
                </a:lnTo>
                <a:lnTo>
                  <a:pt x="6049097" y="800636"/>
                </a:lnTo>
                <a:cubicBezTo>
                  <a:pt x="6040408" y="801393"/>
                  <a:pt x="6036299" y="802645"/>
                  <a:pt x="6034222" y="804110"/>
                </a:cubicBezTo>
                <a:lnTo>
                  <a:pt x="6033121" y="806078"/>
                </a:lnTo>
                <a:lnTo>
                  <a:pt x="6023593" y="808842"/>
                </a:lnTo>
                <a:lnTo>
                  <a:pt x="6006639" y="815304"/>
                </a:lnTo>
                <a:lnTo>
                  <a:pt x="6001762" y="815557"/>
                </a:lnTo>
                <a:lnTo>
                  <a:pt x="5973534" y="823815"/>
                </a:lnTo>
                <a:lnTo>
                  <a:pt x="5972336" y="823476"/>
                </a:lnTo>
                <a:cubicBezTo>
                  <a:pt x="5969004" y="822901"/>
                  <a:pt x="5965329" y="822833"/>
                  <a:pt x="5960841" y="823819"/>
                </a:cubicBezTo>
                <a:cubicBezTo>
                  <a:pt x="5955860" y="815655"/>
                  <a:pt x="5953515" y="821882"/>
                  <a:pt x="5940719" y="825514"/>
                </a:cubicBezTo>
                <a:cubicBezTo>
                  <a:pt x="5930130" y="813644"/>
                  <a:pt x="5900943" y="827979"/>
                  <a:pt x="5884298" y="823806"/>
                </a:cubicBezTo>
                <a:cubicBezTo>
                  <a:pt x="5875133" y="826741"/>
                  <a:pt x="5865250" y="829630"/>
                  <a:pt x="5854779" y="832365"/>
                </a:cubicBezTo>
                <a:lnTo>
                  <a:pt x="5848382" y="833844"/>
                </a:lnTo>
                <a:lnTo>
                  <a:pt x="5848066" y="833772"/>
                </a:lnTo>
                <a:cubicBezTo>
                  <a:pt x="5846273" y="833879"/>
                  <a:pt x="5844018" y="834284"/>
                  <a:pt x="5840944" y="835132"/>
                </a:cubicBezTo>
                <a:lnTo>
                  <a:pt x="5836719" y="836539"/>
                </a:lnTo>
                <a:lnTo>
                  <a:pt x="5824311" y="839408"/>
                </a:lnTo>
                <a:lnTo>
                  <a:pt x="5818788" y="839727"/>
                </a:lnTo>
                <a:cubicBezTo>
                  <a:pt x="5797008" y="838594"/>
                  <a:pt x="5786883" y="822081"/>
                  <a:pt x="5763953" y="834282"/>
                </a:cubicBezTo>
                <a:cubicBezTo>
                  <a:pt x="5726813" y="837521"/>
                  <a:pt x="5699446" y="830949"/>
                  <a:pt x="5667748" y="840211"/>
                </a:cubicBezTo>
                <a:cubicBezTo>
                  <a:pt x="5632959" y="843205"/>
                  <a:pt x="5601436" y="842280"/>
                  <a:pt x="5573108" y="847611"/>
                </a:cubicBezTo>
                <a:cubicBezTo>
                  <a:pt x="5560030" y="845832"/>
                  <a:pt x="5549547" y="851598"/>
                  <a:pt x="5539137" y="851033"/>
                </a:cubicBezTo>
                <a:cubicBezTo>
                  <a:pt x="5528728" y="850467"/>
                  <a:pt x="5529256" y="837509"/>
                  <a:pt x="5510651" y="844215"/>
                </a:cubicBezTo>
                <a:cubicBezTo>
                  <a:pt x="5494241" y="833607"/>
                  <a:pt x="5466101" y="839171"/>
                  <a:pt x="5457331" y="839159"/>
                </a:cubicBezTo>
                <a:lnTo>
                  <a:pt x="5410613" y="834358"/>
                </a:lnTo>
                <a:lnTo>
                  <a:pt x="5370040" y="862127"/>
                </a:lnTo>
                <a:cubicBezTo>
                  <a:pt x="5357863" y="856469"/>
                  <a:pt x="5319115" y="868069"/>
                  <a:pt x="5318778" y="855310"/>
                </a:cubicBezTo>
                <a:cubicBezTo>
                  <a:pt x="5303920" y="857760"/>
                  <a:pt x="5296727" y="863736"/>
                  <a:pt x="5298645" y="855171"/>
                </a:cubicBezTo>
                <a:cubicBezTo>
                  <a:pt x="5287819" y="855897"/>
                  <a:pt x="5267444" y="857825"/>
                  <a:pt x="5253828" y="859670"/>
                </a:cubicBezTo>
                <a:lnTo>
                  <a:pt x="5216955" y="866245"/>
                </a:lnTo>
                <a:lnTo>
                  <a:pt x="5214344" y="868102"/>
                </a:lnTo>
                <a:cubicBezTo>
                  <a:pt x="5210778" y="868719"/>
                  <a:pt x="5200859" y="869042"/>
                  <a:pt x="5195561" y="869949"/>
                </a:cubicBezTo>
                <a:lnTo>
                  <a:pt x="5182555" y="873542"/>
                </a:lnTo>
                <a:cubicBezTo>
                  <a:pt x="5178496" y="875023"/>
                  <a:pt x="5175066" y="876746"/>
                  <a:pt x="5172552" y="878801"/>
                </a:cubicBezTo>
                <a:cubicBezTo>
                  <a:pt x="5121406" y="873797"/>
                  <a:pt x="5080096" y="886529"/>
                  <a:pt x="5027993" y="889666"/>
                </a:cubicBezTo>
                <a:cubicBezTo>
                  <a:pt x="4999924" y="877115"/>
                  <a:pt x="4946973" y="919452"/>
                  <a:pt x="4939844" y="934802"/>
                </a:cubicBezTo>
                <a:cubicBezTo>
                  <a:pt x="4895154" y="940701"/>
                  <a:pt x="4844006" y="928240"/>
                  <a:pt x="4792576" y="934820"/>
                </a:cubicBezTo>
                <a:lnTo>
                  <a:pt x="4602423" y="958063"/>
                </a:lnTo>
                <a:cubicBezTo>
                  <a:pt x="4488530" y="967131"/>
                  <a:pt x="4399004" y="969822"/>
                  <a:pt x="4290656" y="969152"/>
                </a:cubicBezTo>
                <a:cubicBezTo>
                  <a:pt x="4182308" y="968482"/>
                  <a:pt x="4046938" y="971167"/>
                  <a:pt x="3952334" y="954043"/>
                </a:cubicBezTo>
                <a:lnTo>
                  <a:pt x="3858560" y="948781"/>
                </a:lnTo>
                <a:lnTo>
                  <a:pt x="3846597" y="948382"/>
                </a:lnTo>
                <a:cubicBezTo>
                  <a:pt x="3807516" y="956616"/>
                  <a:pt x="3767475" y="941640"/>
                  <a:pt x="3736044" y="947759"/>
                </a:cubicBezTo>
                <a:cubicBezTo>
                  <a:pt x="3727323" y="948128"/>
                  <a:pt x="3719828" y="947771"/>
                  <a:pt x="3713136" y="946963"/>
                </a:cubicBezTo>
                <a:lnTo>
                  <a:pt x="3695939" y="943639"/>
                </a:lnTo>
                <a:lnTo>
                  <a:pt x="3694125" y="940567"/>
                </a:lnTo>
                <a:lnTo>
                  <a:pt x="3681925" y="939706"/>
                </a:lnTo>
                <a:lnTo>
                  <a:pt x="3679204" y="938926"/>
                </a:lnTo>
                <a:cubicBezTo>
                  <a:pt x="3668160" y="939028"/>
                  <a:pt x="3634193" y="940875"/>
                  <a:pt x="3615656" y="940320"/>
                </a:cubicBezTo>
                <a:cubicBezTo>
                  <a:pt x="3582626" y="936974"/>
                  <a:pt x="3593904" y="949140"/>
                  <a:pt x="3567983" y="935596"/>
                </a:cubicBezTo>
                <a:cubicBezTo>
                  <a:pt x="3504185" y="939048"/>
                  <a:pt x="3482818" y="922224"/>
                  <a:pt x="3422423" y="932129"/>
                </a:cubicBezTo>
                <a:cubicBezTo>
                  <a:pt x="3369166" y="933413"/>
                  <a:pt x="3329486" y="910108"/>
                  <a:pt x="3310925" y="911072"/>
                </a:cubicBezTo>
                <a:cubicBezTo>
                  <a:pt x="3261363" y="909787"/>
                  <a:pt x="3198415" y="933574"/>
                  <a:pt x="3139421" y="934151"/>
                </a:cubicBezTo>
                <a:cubicBezTo>
                  <a:pt x="3088799" y="931012"/>
                  <a:pt x="3038941" y="938464"/>
                  <a:pt x="2996922" y="927537"/>
                </a:cubicBezTo>
                <a:cubicBezTo>
                  <a:pt x="2992673" y="929234"/>
                  <a:pt x="2987900" y="930498"/>
                  <a:pt x="2982785" y="931453"/>
                </a:cubicBezTo>
                <a:lnTo>
                  <a:pt x="2967478" y="933397"/>
                </a:lnTo>
                <a:lnTo>
                  <a:pt x="2948552" y="932961"/>
                </a:lnTo>
                <a:lnTo>
                  <a:pt x="2944404" y="934452"/>
                </a:lnTo>
                <a:lnTo>
                  <a:pt x="2908608" y="937205"/>
                </a:lnTo>
                <a:lnTo>
                  <a:pt x="2904443" y="936455"/>
                </a:lnTo>
                <a:lnTo>
                  <a:pt x="2868935" y="938022"/>
                </a:lnTo>
                <a:lnTo>
                  <a:pt x="2868586" y="937487"/>
                </a:lnTo>
                <a:cubicBezTo>
                  <a:pt x="2866994" y="936327"/>
                  <a:pt x="2864292" y="935538"/>
                  <a:pt x="2859191" y="935503"/>
                </a:cubicBezTo>
                <a:cubicBezTo>
                  <a:pt x="2869075" y="927418"/>
                  <a:pt x="2856828" y="932364"/>
                  <a:pt x="2840915" y="932977"/>
                </a:cubicBezTo>
                <a:lnTo>
                  <a:pt x="2763509" y="921850"/>
                </a:lnTo>
                <a:lnTo>
                  <a:pt x="2756121" y="921864"/>
                </a:lnTo>
                <a:cubicBezTo>
                  <a:pt x="2756081" y="921822"/>
                  <a:pt x="2756039" y="921781"/>
                  <a:pt x="2755998" y="921739"/>
                </a:cubicBezTo>
                <a:cubicBezTo>
                  <a:pt x="2754445" y="921476"/>
                  <a:pt x="2752036" y="921380"/>
                  <a:pt x="2748255" y="921505"/>
                </a:cubicBezTo>
                <a:lnTo>
                  <a:pt x="2694601" y="915575"/>
                </a:lnTo>
                <a:cubicBezTo>
                  <a:pt x="2671223" y="919874"/>
                  <a:pt x="2666972" y="913376"/>
                  <a:pt x="2635357" y="910976"/>
                </a:cubicBezTo>
                <a:cubicBezTo>
                  <a:pt x="2621906" y="915051"/>
                  <a:pt x="2611315" y="913542"/>
                  <a:pt x="2601047" y="910263"/>
                </a:cubicBezTo>
                <a:cubicBezTo>
                  <a:pt x="2570084" y="912074"/>
                  <a:pt x="2542135" y="907435"/>
                  <a:pt x="2507482" y="906211"/>
                </a:cubicBezTo>
                <a:cubicBezTo>
                  <a:pt x="2469706" y="911437"/>
                  <a:pt x="2450920" y="901812"/>
                  <a:pt x="2413884" y="900545"/>
                </a:cubicBezTo>
                <a:cubicBezTo>
                  <a:pt x="2381338" y="909664"/>
                  <a:pt x="2387753" y="892438"/>
                  <a:pt x="2368912" y="888755"/>
                </a:cubicBezTo>
                <a:lnTo>
                  <a:pt x="2349490" y="889719"/>
                </a:lnTo>
                <a:lnTo>
                  <a:pt x="2344290" y="890584"/>
                </a:lnTo>
                <a:cubicBezTo>
                  <a:pt x="2340673" y="891041"/>
                  <a:pt x="2338228" y="891167"/>
                  <a:pt x="2336488" y="891058"/>
                </a:cubicBezTo>
                <a:lnTo>
                  <a:pt x="2329015" y="891627"/>
                </a:lnTo>
                <a:cubicBezTo>
                  <a:pt x="2316843" y="893039"/>
                  <a:pt x="2305064" y="894669"/>
                  <a:pt x="2293898" y="896431"/>
                </a:cubicBezTo>
                <a:cubicBezTo>
                  <a:pt x="2282637" y="890404"/>
                  <a:pt x="2242346" y="900851"/>
                  <a:pt x="2243927" y="888076"/>
                </a:cubicBezTo>
                <a:cubicBezTo>
                  <a:pt x="2228778" y="890081"/>
                  <a:pt x="2220725" y="895845"/>
                  <a:pt x="2223920" y="887331"/>
                </a:cubicBezTo>
                <a:cubicBezTo>
                  <a:pt x="2218877" y="887756"/>
                  <a:pt x="2215583" y="887254"/>
                  <a:pt x="2213081" y="886302"/>
                </a:cubicBezTo>
                <a:lnTo>
                  <a:pt x="2212307" y="885829"/>
                </a:lnTo>
                <a:lnTo>
                  <a:pt x="2152321" y="894418"/>
                </a:lnTo>
                <a:lnTo>
                  <a:pt x="2140985" y="895968"/>
                </a:lnTo>
                <a:lnTo>
                  <a:pt x="2121210" y="899354"/>
                </a:lnTo>
                <a:lnTo>
                  <a:pt x="2119146" y="899033"/>
                </a:lnTo>
                <a:lnTo>
                  <a:pt x="2105666" y="902240"/>
                </a:lnTo>
                <a:cubicBezTo>
                  <a:pt x="2101407" y="903601"/>
                  <a:pt x="2097735" y="905221"/>
                  <a:pt x="2094924" y="907203"/>
                </a:cubicBezTo>
                <a:cubicBezTo>
                  <a:pt x="2044793" y="900664"/>
                  <a:pt x="2001785" y="912168"/>
                  <a:pt x="1949478" y="913748"/>
                </a:cubicBezTo>
                <a:cubicBezTo>
                  <a:pt x="1891937" y="919585"/>
                  <a:pt x="1810334" y="935486"/>
                  <a:pt x="1749684" y="942223"/>
                </a:cubicBezTo>
                <a:lnTo>
                  <a:pt x="1585576" y="954170"/>
                </a:lnTo>
                <a:cubicBezTo>
                  <a:pt x="1549165" y="943719"/>
                  <a:pt x="1511425" y="950847"/>
                  <a:pt x="1476250" y="950653"/>
                </a:cubicBezTo>
                <a:cubicBezTo>
                  <a:pt x="1488515" y="961596"/>
                  <a:pt x="1432660" y="946795"/>
                  <a:pt x="1433927" y="959926"/>
                </a:cubicBezTo>
                <a:cubicBezTo>
                  <a:pt x="1427485" y="959475"/>
                  <a:pt x="1421205" y="958623"/>
                  <a:pt x="1414893" y="957671"/>
                </a:cubicBezTo>
                <a:lnTo>
                  <a:pt x="1411585" y="957179"/>
                </a:lnTo>
                <a:lnTo>
                  <a:pt x="1398896" y="957460"/>
                </a:lnTo>
                <a:lnTo>
                  <a:pt x="1394632" y="954725"/>
                </a:lnTo>
                <a:lnTo>
                  <a:pt x="1375043" y="953132"/>
                </a:lnTo>
                <a:cubicBezTo>
                  <a:pt x="1367813" y="952970"/>
                  <a:pt x="1360155" y="953305"/>
                  <a:pt x="1351876" y="954436"/>
                </a:cubicBezTo>
                <a:cubicBezTo>
                  <a:pt x="1325912" y="963028"/>
                  <a:pt x="1274459" y="952492"/>
                  <a:pt x="1242676" y="963767"/>
                </a:cubicBezTo>
                <a:cubicBezTo>
                  <a:pt x="1230276" y="966918"/>
                  <a:pt x="1216715" y="977098"/>
                  <a:pt x="1205993" y="974080"/>
                </a:cubicBezTo>
                <a:cubicBezTo>
                  <a:pt x="1174251" y="974112"/>
                  <a:pt x="1086982" y="964420"/>
                  <a:pt x="1052221" y="963954"/>
                </a:cubicBezTo>
                <a:cubicBezTo>
                  <a:pt x="1038515" y="970622"/>
                  <a:pt x="1009522" y="962342"/>
                  <a:pt x="968270" y="964761"/>
                </a:cubicBezTo>
                <a:cubicBezTo>
                  <a:pt x="943437" y="973698"/>
                  <a:pt x="900136" y="991017"/>
                  <a:pt x="874493" y="998122"/>
                </a:cubicBezTo>
                <a:cubicBezTo>
                  <a:pt x="848849" y="1005226"/>
                  <a:pt x="853424" y="1009427"/>
                  <a:pt x="814411" y="1007391"/>
                </a:cubicBezTo>
                <a:cubicBezTo>
                  <a:pt x="765926" y="1022821"/>
                  <a:pt x="732885" y="1009859"/>
                  <a:pt x="688604" y="1015631"/>
                </a:cubicBezTo>
                <a:cubicBezTo>
                  <a:pt x="638045" y="1020877"/>
                  <a:pt x="677999" y="1011556"/>
                  <a:pt x="618171" y="1027260"/>
                </a:cubicBezTo>
                <a:cubicBezTo>
                  <a:pt x="609680" y="1023165"/>
                  <a:pt x="583253" y="1020277"/>
                  <a:pt x="570379" y="1023487"/>
                </a:cubicBezTo>
                <a:cubicBezTo>
                  <a:pt x="543992" y="1022523"/>
                  <a:pt x="505183" y="1001686"/>
                  <a:pt x="482519" y="1002108"/>
                </a:cubicBezTo>
                <a:cubicBezTo>
                  <a:pt x="464011" y="1002285"/>
                  <a:pt x="495211" y="1007995"/>
                  <a:pt x="475319" y="1009922"/>
                </a:cubicBezTo>
                <a:cubicBezTo>
                  <a:pt x="450818" y="1011135"/>
                  <a:pt x="454804" y="1022539"/>
                  <a:pt x="431104" y="1009317"/>
                </a:cubicBezTo>
                <a:cubicBezTo>
                  <a:pt x="406857" y="1014651"/>
                  <a:pt x="399686" y="1008456"/>
                  <a:pt x="363782" y="1007585"/>
                </a:cubicBezTo>
                <a:cubicBezTo>
                  <a:pt x="350440" y="1012231"/>
                  <a:pt x="338145" y="1011245"/>
                  <a:pt x="325533" y="1008502"/>
                </a:cubicBezTo>
                <a:cubicBezTo>
                  <a:pt x="291944" y="1011745"/>
                  <a:pt x="259251" y="1008497"/>
                  <a:pt x="220429" y="1008927"/>
                </a:cubicBezTo>
                <a:cubicBezTo>
                  <a:pt x="180594" y="1015852"/>
                  <a:pt x="156150" y="1007265"/>
                  <a:pt x="114676" y="1007765"/>
                </a:cubicBezTo>
                <a:cubicBezTo>
                  <a:pt x="85718" y="1006195"/>
                  <a:pt x="43316" y="1001491"/>
                  <a:pt x="13470" y="998544"/>
                </a:cubicBezTo>
                <a:lnTo>
                  <a:pt x="0" y="997355"/>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31" name="Picture 30" descr="05_tech_industries.png"/>
          <p:cNvPicPr>
            <a:picLocks noChangeAspect="1"/>
          </p:cNvPicPr>
          <p:nvPr/>
        </p:nvPicPr>
        <p:blipFill>
          <a:blip r:embed="rId2"/>
          <a:stretch>
            <a:fillRect/>
          </a:stretch>
        </p:blipFill>
        <p:spPr>
          <a:xfrm>
            <a:off x="128016" y="1161288"/>
            <a:ext cx="7744968" cy="2816352"/>
          </a:xfrm>
          <a:prstGeom prst="rect">
            <a:avLst/>
          </a:prstGeom>
        </p:spPr>
      </p:pic>
      <p:pic>
        <p:nvPicPr>
          <p:cNvPr id="32" name="Picture 31" descr="06_non_tech_industries.png"/>
          <p:cNvPicPr>
            <a:picLocks noChangeAspect="1"/>
          </p:cNvPicPr>
          <p:nvPr/>
        </p:nvPicPr>
        <p:blipFill>
          <a:blip r:embed="rId3"/>
          <a:stretch>
            <a:fillRect/>
          </a:stretch>
        </p:blipFill>
        <p:spPr>
          <a:xfrm>
            <a:off x="128016" y="3913632"/>
            <a:ext cx="7744968" cy="2816352"/>
          </a:xfrm>
          <a:prstGeom prst="rect">
            <a:avLst/>
          </a:prstGeom>
        </p:spPr>
      </p:pic>
      <p:pic>
        <p:nvPicPr>
          <p:cNvPr id="33" name="Picture 32" descr="04_industry_change.png"/>
          <p:cNvPicPr>
            <a:picLocks noChangeAspect="1"/>
          </p:cNvPicPr>
          <p:nvPr/>
        </p:nvPicPr>
        <p:blipFill>
          <a:blip r:embed="rId4"/>
          <a:stretch>
            <a:fillRect/>
          </a:stretch>
        </p:blipFill>
        <p:spPr>
          <a:xfrm>
            <a:off x="7891272" y="1161288"/>
            <a:ext cx="4178808" cy="5532120"/>
          </a:xfrm>
          <a:prstGeom prst="rect">
            <a:avLst/>
          </a:prstGeom>
        </p:spPr>
      </p:pic>
    </p:spTree>
    <p:extLst>
      <p:ext uri="{BB962C8B-B14F-4D97-AF65-F5344CB8AC3E}">
        <p14:creationId xmlns:p14="http://schemas.microsoft.com/office/powerpoint/2010/main" val="12414315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376E9A5-E371-5DCF-9099-AFCB5CB997C6}"/>
            </a:ext>
          </a:extLst>
        </p:cNvPr>
        <p:cNvGrpSpPr/>
        <p:nvPr/>
      </p:nvGrpSpPr>
      <p:grpSpPr>
        <a:xfrm>
          <a:off x="0" y="0"/>
          <a:ext cx="0" cy="0"/>
          <a:chOff x="0" y="0"/>
          <a:chExt cx="0" cy="0"/>
        </a:xfrm>
      </p:grpSpPr>
      <p:sp useBgFill="1">
        <p:nvSpPr>
          <p:cNvPr id="29" name="Rectangle 28">
            <a:extLst>
              <a:ext uri="{FF2B5EF4-FFF2-40B4-BE49-F238E27FC236}">
                <a16:creationId xmlns:a16="http://schemas.microsoft.com/office/drawing/2014/main" id="{C859E85F-F9D2-4C69-BA82-65A087F4383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Freeform: Shape 29">
            <a:extLst>
              <a:ext uri="{FF2B5EF4-FFF2-40B4-BE49-F238E27FC236}">
                <a16:creationId xmlns:a16="http://schemas.microsoft.com/office/drawing/2014/main" id="{4D3E846E-E315-56EC-7BCD-8B00D3F5DE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1766176" cy="2061837"/>
          </a:xfrm>
          <a:custGeom>
            <a:avLst/>
            <a:gdLst>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13657 w 10768629"/>
              <a:gd name="connsiteY144" fmla="*/ 1730706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40853 w 10768629"/>
              <a:gd name="connsiteY141" fmla="*/ 1657958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232341 w 10768629"/>
              <a:gd name="connsiteY179" fmla="*/ 1785942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232341 w 10768629"/>
              <a:gd name="connsiteY179" fmla="*/ 1785942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9462 w 10768629"/>
              <a:gd name="connsiteY48" fmla="*/ 987106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0257 w 10768629"/>
              <a:gd name="connsiteY182" fmla="*/ 1789615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84330 h 1978172"/>
              <a:gd name="connsiteX182" fmla="*/ 1120257 w 10768629"/>
              <a:gd name="connsiteY182" fmla="*/ 1789615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Lst>
            <a:rect l="l" t="t" r="r" b="b"/>
            <a:pathLst>
              <a:path w="10768629" h="1978172">
                <a:moveTo>
                  <a:pt x="0" y="0"/>
                </a:moveTo>
                <a:lnTo>
                  <a:pt x="10768629" y="0"/>
                </a:lnTo>
                <a:lnTo>
                  <a:pt x="10733254" y="31439"/>
                </a:lnTo>
                <a:lnTo>
                  <a:pt x="10727085" y="37910"/>
                </a:lnTo>
                <a:cubicBezTo>
                  <a:pt x="10712973" y="56080"/>
                  <a:pt x="10699457" y="78430"/>
                  <a:pt x="10675953" y="68623"/>
                </a:cubicBezTo>
                <a:cubicBezTo>
                  <a:pt x="10685972" y="89202"/>
                  <a:pt x="10641629" y="69781"/>
                  <a:pt x="10637091" y="90361"/>
                </a:cubicBezTo>
                <a:cubicBezTo>
                  <a:pt x="10635214" y="107005"/>
                  <a:pt x="10621323" y="104993"/>
                  <a:pt x="10610971" y="110764"/>
                </a:cubicBezTo>
                <a:cubicBezTo>
                  <a:pt x="10603980" y="127568"/>
                  <a:pt x="10551417" y="141180"/>
                  <a:pt x="10532872" y="138028"/>
                </a:cubicBezTo>
                <a:cubicBezTo>
                  <a:pt x="10480300" y="119072"/>
                  <a:pt x="10440532" y="186296"/>
                  <a:pt x="10398558" y="172911"/>
                </a:cubicBezTo>
                <a:cubicBezTo>
                  <a:pt x="10387708" y="174114"/>
                  <a:pt x="10378792" y="177646"/>
                  <a:pt x="10371128" y="182609"/>
                </a:cubicBezTo>
                <a:lnTo>
                  <a:pt x="10352178" y="199976"/>
                </a:lnTo>
                <a:lnTo>
                  <a:pt x="10351815" y="211879"/>
                </a:lnTo>
                <a:lnTo>
                  <a:pt x="10337471" y="218661"/>
                </a:lnTo>
                <a:lnTo>
                  <a:pt x="10334625" y="222351"/>
                </a:lnTo>
                <a:cubicBezTo>
                  <a:pt x="10321108" y="225227"/>
                  <a:pt x="10278615" y="228401"/>
                  <a:pt x="10256365" y="235917"/>
                </a:cubicBezTo>
                <a:cubicBezTo>
                  <a:pt x="10218136" y="258033"/>
                  <a:pt x="10224552" y="209685"/>
                  <a:pt x="10201127" y="267448"/>
                </a:cubicBezTo>
                <a:cubicBezTo>
                  <a:pt x="10121320" y="273476"/>
                  <a:pt x="10040763" y="345580"/>
                  <a:pt x="9961218" y="326720"/>
                </a:cubicBezTo>
                <a:cubicBezTo>
                  <a:pt x="9980173" y="341621"/>
                  <a:pt x="9883038" y="318484"/>
                  <a:pt x="9859715" y="355698"/>
                </a:cubicBezTo>
                <a:cubicBezTo>
                  <a:pt x="9812822" y="367758"/>
                  <a:pt x="9752089" y="383830"/>
                  <a:pt x="9679867" y="399081"/>
                </a:cubicBezTo>
                <a:cubicBezTo>
                  <a:pt x="9618357" y="415668"/>
                  <a:pt x="9525492" y="446315"/>
                  <a:pt x="9490654" y="455225"/>
                </a:cubicBezTo>
                <a:lnTo>
                  <a:pt x="9470837" y="452539"/>
                </a:lnTo>
                <a:lnTo>
                  <a:pt x="9469082" y="454891"/>
                </a:lnTo>
                <a:cubicBezTo>
                  <a:pt x="9460057" y="461184"/>
                  <a:pt x="9453495" y="461729"/>
                  <a:pt x="9448038" y="459733"/>
                </a:cubicBezTo>
                <a:lnTo>
                  <a:pt x="9396821" y="455795"/>
                </a:lnTo>
                <a:lnTo>
                  <a:pt x="9392197" y="459796"/>
                </a:lnTo>
                <a:lnTo>
                  <a:pt x="9347994" y="464462"/>
                </a:lnTo>
                <a:cubicBezTo>
                  <a:pt x="9347959" y="465155"/>
                  <a:pt x="9347925" y="465846"/>
                  <a:pt x="9347889" y="466539"/>
                </a:cubicBezTo>
                <a:cubicBezTo>
                  <a:pt x="9346648" y="471307"/>
                  <a:pt x="9343831" y="475025"/>
                  <a:pt x="9337639" y="476654"/>
                </a:cubicBezTo>
                <a:cubicBezTo>
                  <a:pt x="9354547" y="503661"/>
                  <a:pt x="9307720" y="510631"/>
                  <a:pt x="9287964" y="513052"/>
                </a:cubicBezTo>
                <a:cubicBezTo>
                  <a:pt x="9269905" y="526173"/>
                  <a:pt x="9245386" y="544358"/>
                  <a:pt x="9229283" y="555377"/>
                </a:cubicBezTo>
                <a:lnTo>
                  <a:pt x="9220274" y="557502"/>
                </a:lnTo>
                <a:cubicBezTo>
                  <a:pt x="9220250" y="557668"/>
                  <a:pt x="9220226" y="557835"/>
                  <a:pt x="9220202" y="558001"/>
                </a:cubicBezTo>
                <a:cubicBezTo>
                  <a:pt x="9218468" y="559434"/>
                  <a:pt x="9215591" y="560497"/>
                  <a:pt x="9210908" y="561147"/>
                </a:cubicBezTo>
                <a:lnTo>
                  <a:pt x="9186374" y="565502"/>
                </a:lnTo>
                <a:lnTo>
                  <a:pt x="9181058" y="569943"/>
                </a:lnTo>
                <a:lnTo>
                  <a:pt x="9167549" y="584727"/>
                </a:lnTo>
                <a:lnTo>
                  <a:pt x="9149110" y="598906"/>
                </a:lnTo>
                <a:cubicBezTo>
                  <a:pt x="9133575" y="594395"/>
                  <a:pt x="9087390" y="636567"/>
                  <a:pt x="9078556" y="644039"/>
                </a:cubicBezTo>
                <a:lnTo>
                  <a:pt x="8996399" y="690055"/>
                </a:lnTo>
                <a:cubicBezTo>
                  <a:pt x="8913147" y="777045"/>
                  <a:pt x="8867993" y="772591"/>
                  <a:pt x="8803791" y="813860"/>
                </a:cubicBezTo>
                <a:cubicBezTo>
                  <a:pt x="8745270" y="819906"/>
                  <a:pt x="8690049" y="823612"/>
                  <a:pt x="8636202" y="848463"/>
                </a:cubicBezTo>
                <a:cubicBezTo>
                  <a:pt x="8594799" y="860014"/>
                  <a:pt x="8568613" y="864779"/>
                  <a:pt x="8555372" y="883171"/>
                </a:cubicBezTo>
                <a:lnTo>
                  <a:pt x="8507229" y="901665"/>
                </a:lnTo>
                <a:lnTo>
                  <a:pt x="8428473" y="927985"/>
                </a:lnTo>
                <a:cubicBezTo>
                  <a:pt x="8428287" y="929817"/>
                  <a:pt x="8428100" y="931648"/>
                  <a:pt x="8427914" y="933480"/>
                </a:cubicBezTo>
                <a:lnTo>
                  <a:pt x="8420327" y="941984"/>
                </a:lnTo>
                <a:lnTo>
                  <a:pt x="8394729" y="948347"/>
                </a:lnTo>
                <a:lnTo>
                  <a:pt x="8380548" y="987916"/>
                </a:lnTo>
                <a:lnTo>
                  <a:pt x="8375330" y="965444"/>
                </a:lnTo>
                <a:cubicBezTo>
                  <a:pt x="8372375" y="964202"/>
                  <a:pt x="8344433" y="977378"/>
                  <a:pt x="8340796" y="980522"/>
                </a:cubicBezTo>
                <a:cubicBezTo>
                  <a:pt x="8328292" y="982128"/>
                  <a:pt x="8319237" y="991089"/>
                  <a:pt x="8304438" y="996739"/>
                </a:cubicBezTo>
                <a:cubicBezTo>
                  <a:pt x="8297193" y="1005683"/>
                  <a:pt x="8289328" y="1014568"/>
                  <a:pt x="8280929" y="1023089"/>
                </a:cubicBezTo>
                <a:lnTo>
                  <a:pt x="8275760" y="1027772"/>
                </a:lnTo>
                <a:lnTo>
                  <a:pt x="8275478" y="1027605"/>
                </a:lnTo>
                <a:cubicBezTo>
                  <a:pt x="8273970" y="1028076"/>
                  <a:pt x="8251461" y="1029408"/>
                  <a:pt x="8249003" y="1032033"/>
                </a:cubicBezTo>
                <a:lnTo>
                  <a:pt x="8203836" y="1037347"/>
                </a:lnTo>
                <a:cubicBezTo>
                  <a:pt x="8172789" y="1049890"/>
                  <a:pt x="8148166" y="1034625"/>
                  <a:pt x="8122936" y="1063113"/>
                </a:cubicBezTo>
                <a:cubicBezTo>
                  <a:pt x="8093850" y="1074757"/>
                  <a:pt x="8066781" y="1075350"/>
                  <a:pt x="8043658" y="1092746"/>
                </a:cubicBezTo>
                <a:cubicBezTo>
                  <a:pt x="8032157" y="1089174"/>
                  <a:pt x="8022145" y="1089998"/>
                  <a:pt x="8015351" y="1105478"/>
                </a:cubicBezTo>
                <a:cubicBezTo>
                  <a:pt x="7987544" y="1113006"/>
                  <a:pt x="7977708" y="1099152"/>
                  <a:pt x="7963145" y="1119346"/>
                </a:cubicBezTo>
                <a:cubicBezTo>
                  <a:pt x="7942622" y="1098880"/>
                  <a:pt x="7943760" y="1109516"/>
                  <a:pt x="7938145" y="1120225"/>
                </a:cubicBezTo>
                <a:lnTo>
                  <a:pt x="7937238" y="1121204"/>
                </a:lnTo>
                <a:lnTo>
                  <a:pt x="7934398" y="1118240"/>
                </a:lnTo>
                <a:lnTo>
                  <a:pt x="7918248" y="1124371"/>
                </a:lnTo>
                <a:lnTo>
                  <a:pt x="7914119" y="1127653"/>
                </a:lnTo>
                <a:cubicBezTo>
                  <a:pt x="7911201" y="1129547"/>
                  <a:pt x="7909169" y="1130331"/>
                  <a:pt x="7907658" y="1130350"/>
                </a:cubicBezTo>
                <a:lnTo>
                  <a:pt x="7907434" y="1130103"/>
                </a:lnTo>
                <a:lnTo>
                  <a:pt x="7901508" y="1133245"/>
                </a:lnTo>
                <a:cubicBezTo>
                  <a:pt x="7891644" y="1139271"/>
                  <a:pt x="7882185" y="1145815"/>
                  <a:pt x="7873287" y="1152609"/>
                </a:cubicBezTo>
                <a:cubicBezTo>
                  <a:pt x="7864672" y="1141906"/>
                  <a:pt x="7845199" y="1159242"/>
                  <a:pt x="7834833" y="1153868"/>
                </a:cubicBezTo>
                <a:lnTo>
                  <a:pt x="7828661" y="1139994"/>
                </a:lnTo>
                <a:lnTo>
                  <a:pt x="7823966" y="1143178"/>
                </a:lnTo>
                <a:lnTo>
                  <a:pt x="7815078" y="1151776"/>
                </a:lnTo>
                <a:cubicBezTo>
                  <a:pt x="7813692" y="1152943"/>
                  <a:pt x="7812687" y="1153116"/>
                  <a:pt x="7812026" y="1151522"/>
                </a:cubicBezTo>
                <a:cubicBezTo>
                  <a:pt x="7806555" y="1153054"/>
                  <a:pt x="7788673" y="1159989"/>
                  <a:pt x="7782249" y="1160970"/>
                </a:cubicBezTo>
                <a:lnTo>
                  <a:pt x="7773476" y="1157414"/>
                </a:lnTo>
                <a:lnTo>
                  <a:pt x="7769600" y="1157365"/>
                </a:lnTo>
                <a:lnTo>
                  <a:pt x="7752631" y="1172815"/>
                </a:lnTo>
                <a:lnTo>
                  <a:pt x="7739392" y="1192062"/>
                </a:lnTo>
                <a:lnTo>
                  <a:pt x="7677677" y="1216394"/>
                </a:lnTo>
                <a:lnTo>
                  <a:pt x="7586920" y="1261888"/>
                </a:lnTo>
                <a:cubicBezTo>
                  <a:pt x="7556723" y="1298911"/>
                  <a:pt x="7489187" y="1284518"/>
                  <a:pt x="7486100" y="1292563"/>
                </a:cubicBezTo>
                <a:cubicBezTo>
                  <a:pt x="7454875" y="1308356"/>
                  <a:pt x="7453335" y="1326361"/>
                  <a:pt x="7411323" y="1340732"/>
                </a:cubicBezTo>
                <a:cubicBezTo>
                  <a:pt x="7372519" y="1390006"/>
                  <a:pt x="7288617" y="1403664"/>
                  <a:pt x="7240698" y="1438832"/>
                </a:cubicBezTo>
                <a:cubicBezTo>
                  <a:pt x="7206467" y="1417136"/>
                  <a:pt x="7227555" y="1441678"/>
                  <a:pt x="7197675" y="1447530"/>
                </a:cubicBezTo>
                <a:cubicBezTo>
                  <a:pt x="7211601" y="1474927"/>
                  <a:pt x="7159483" y="1444981"/>
                  <a:pt x="7164788" y="1480293"/>
                </a:cubicBezTo>
                <a:cubicBezTo>
                  <a:pt x="7159184" y="1480240"/>
                  <a:pt x="7153584" y="1479075"/>
                  <a:pt x="7147929" y="1477641"/>
                </a:cubicBezTo>
                <a:lnTo>
                  <a:pt x="7144965" y="1476908"/>
                </a:lnTo>
                <a:lnTo>
                  <a:pt x="7134299" y="1479969"/>
                </a:lnTo>
                <a:lnTo>
                  <a:pt x="7129809" y="1473339"/>
                </a:lnTo>
                <a:lnTo>
                  <a:pt x="7112688" y="1472575"/>
                </a:lnTo>
                <a:cubicBezTo>
                  <a:pt x="7106506" y="1473449"/>
                  <a:pt x="7100123" y="1475741"/>
                  <a:pt x="7093470" y="1480300"/>
                </a:cubicBezTo>
                <a:cubicBezTo>
                  <a:pt x="7079039" y="1501274"/>
                  <a:pt x="7048991" y="1495718"/>
                  <a:pt x="7025034" y="1506934"/>
                </a:cubicBezTo>
                <a:lnTo>
                  <a:pt x="7014783" y="1515868"/>
                </a:lnTo>
                <a:lnTo>
                  <a:pt x="6979706" y="1523511"/>
                </a:lnTo>
                <a:lnTo>
                  <a:pt x="6977890" y="1525793"/>
                </a:lnTo>
                <a:cubicBezTo>
                  <a:pt x="6971996" y="1527914"/>
                  <a:pt x="6959488" y="1529941"/>
                  <a:pt x="6944339" y="1536237"/>
                </a:cubicBezTo>
                <a:lnTo>
                  <a:pt x="6886996" y="1563569"/>
                </a:lnTo>
                <a:lnTo>
                  <a:pt x="6874510" y="1558469"/>
                </a:lnTo>
                <a:lnTo>
                  <a:pt x="6871943" y="1554651"/>
                </a:lnTo>
                <a:lnTo>
                  <a:pt x="6856174" y="1562024"/>
                </a:lnTo>
                <a:lnTo>
                  <a:pt x="6842321" y="1560554"/>
                </a:lnTo>
                <a:lnTo>
                  <a:pt x="6832713" y="1569357"/>
                </a:lnTo>
                <a:lnTo>
                  <a:pt x="6816351" y="1571495"/>
                </a:lnTo>
                <a:cubicBezTo>
                  <a:pt x="6810216" y="1571510"/>
                  <a:pt x="6803310" y="1571324"/>
                  <a:pt x="6795800" y="1572010"/>
                </a:cubicBezTo>
                <a:lnTo>
                  <a:pt x="6777546" y="1568661"/>
                </a:lnTo>
                <a:lnTo>
                  <a:pt x="6751528" y="1574143"/>
                </a:lnTo>
                <a:cubicBezTo>
                  <a:pt x="6731455" y="1578562"/>
                  <a:pt x="6712054" y="1582098"/>
                  <a:pt x="6691966" y="1582255"/>
                </a:cubicBezTo>
                <a:cubicBezTo>
                  <a:pt x="6677921" y="1590738"/>
                  <a:pt x="6663787" y="1595441"/>
                  <a:pt x="6646941" y="1588471"/>
                </a:cubicBezTo>
                <a:cubicBezTo>
                  <a:pt x="6605135" y="1597971"/>
                  <a:pt x="6598373" y="1612583"/>
                  <a:pt x="6568576" y="1606488"/>
                </a:cubicBezTo>
                <a:cubicBezTo>
                  <a:pt x="6562510" y="1614734"/>
                  <a:pt x="6558067" y="1619360"/>
                  <a:pt x="6554358" y="1621701"/>
                </a:cubicBezTo>
                <a:cubicBezTo>
                  <a:pt x="6543227" y="1628727"/>
                  <a:pt x="6538724" y="1615196"/>
                  <a:pt x="6516968" y="1617195"/>
                </a:cubicBezTo>
                <a:cubicBezTo>
                  <a:pt x="6493173" y="1617368"/>
                  <a:pt x="6528193" y="1598652"/>
                  <a:pt x="6506479" y="1602227"/>
                </a:cubicBezTo>
                <a:cubicBezTo>
                  <a:pt x="6486674" y="1613929"/>
                  <a:pt x="6478484" y="1593997"/>
                  <a:pt x="6458436" y="1607332"/>
                </a:cubicBezTo>
                <a:cubicBezTo>
                  <a:pt x="6471168" y="1620800"/>
                  <a:pt x="6410323" y="1615478"/>
                  <a:pt x="6414786" y="1628815"/>
                </a:cubicBezTo>
                <a:cubicBezTo>
                  <a:pt x="6385942" y="1615041"/>
                  <a:pt x="6386569" y="1640238"/>
                  <a:pt x="6357085" y="1640846"/>
                </a:cubicBezTo>
                <a:cubicBezTo>
                  <a:pt x="6341163" y="1636809"/>
                  <a:pt x="6331497" y="1637754"/>
                  <a:pt x="6322636" y="1648213"/>
                </a:cubicBezTo>
                <a:cubicBezTo>
                  <a:pt x="6248448" y="1627802"/>
                  <a:pt x="6286748" y="1654976"/>
                  <a:pt x="6226172" y="1654676"/>
                </a:cubicBezTo>
                <a:lnTo>
                  <a:pt x="6221217" y="1654506"/>
                </a:lnTo>
                <a:lnTo>
                  <a:pt x="6204956" y="1664280"/>
                </a:lnTo>
                <a:cubicBezTo>
                  <a:pt x="6204728" y="1665114"/>
                  <a:pt x="6204498" y="1665947"/>
                  <a:pt x="6204270" y="1666782"/>
                </a:cubicBezTo>
                <a:lnTo>
                  <a:pt x="6143810" y="1661963"/>
                </a:lnTo>
                <a:lnTo>
                  <a:pt x="6136560" y="1665728"/>
                </a:lnTo>
                <a:lnTo>
                  <a:pt x="6096155" y="1656951"/>
                </a:lnTo>
                <a:lnTo>
                  <a:pt x="6075812" y="1655422"/>
                </a:lnTo>
                <a:lnTo>
                  <a:pt x="6039495" y="1649680"/>
                </a:lnTo>
                <a:lnTo>
                  <a:pt x="6036523" y="1652121"/>
                </a:lnTo>
                <a:lnTo>
                  <a:pt x="6029328" y="1649904"/>
                </a:lnTo>
                <a:lnTo>
                  <a:pt x="6024075" y="1652779"/>
                </a:lnTo>
                <a:lnTo>
                  <a:pt x="6018085" y="1652030"/>
                </a:lnTo>
                <a:cubicBezTo>
                  <a:pt x="6006658" y="1653831"/>
                  <a:pt x="5968194" y="1662035"/>
                  <a:pt x="5955513" y="1663584"/>
                </a:cubicBezTo>
                <a:lnTo>
                  <a:pt x="5941996" y="1661326"/>
                </a:lnTo>
                <a:lnTo>
                  <a:pt x="5931789" y="1669915"/>
                </a:lnTo>
                <a:lnTo>
                  <a:pt x="5888686" y="1672175"/>
                </a:lnTo>
                <a:lnTo>
                  <a:pt x="5873794" y="1665454"/>
                </a:lnTo>
                <a:lnTo>
                  <a:pt x="5860022" y="1660635"/>
                </a:lnTo>
                <a:lnTo>
                  <a:pt x="5858237" y="1660649"/>
                </a:lnTo>
                <a:lnTo>
                  <a:pt x="5840319" y="1660798"/>
                </a:lnTo>
                <a:lnTo>
                  <a:pt x="5806984" y="1661075"/>
                </a:lnTo>
                <a:cubicBezTo>
                  <a:pt x="5785708" y="1661533"/>
                  <a:pt x="5764126" y="1662974"/>
                  <a:pt x="5742351" y="1667489"/>
                </a:cubicBezTo>
                <a:cubicBezTo>
                  <a:pt x="5659069" y="1645168"/>
                  <a:pt x="5615134" y="1706361"/>
                  <a:pt x="5521171" y="1671626"/>
                </a:cubicBezTo>
                <a:cubicBezTo>
                  <a:pt x="5491803" y="1671296"/>
                  <a:pt x="5498089" y="1662666"/>
                  <a:pt x="5457384" y="1683952"/>
                </a:cubicBezTo>
                <a:cubicBezTo>
                  <a:pt x="5356959" y="1699287"/>
                  <a:pt x="5078905" y="1774579"/>
                  <a:pt x="4950070" y="1748401"/>
                </a:cubicBezTo>
                <a:cubicBezTo>
                  <a:pt x="4918276" y="1752255"/>
                  <a:pt x="4891043" y="1756936"/>
                  <a:pt x="4872172" y="1757222"/>
                </a:cubicBezTo>
                <a:lnTo>
                  <a:pt x="4809524" y="1761033"/>
                </a:lnTo>
                <a:cubicBezTo>
                  <a:pt x="4791324" y="1772975"/>
                  <a:pt x="4777258" y="1754591"/>
                  <a:pt x="4759058" y="1766533"/>
                </a:cubicBezTo>
                <a:cubicBezTo>
                  <a:pt x="4747481" y="1770744"/>
                  <a:pt x="4734604" y="1772921"/>
                  <a:pt x="4719749" y="1771811"/>
                </a:cubicBezTo>
                <a:cubicBezTo>
                  <a:pt x="4671168" y="1780243"/>
                  <a:pt x="4634134" y="1775931"/>
                  <a:pt x="4568686" y="1786141"/>
                </a:cubicBezTo>
                <a:cubicBezTo>
                  <a:pt x="4544667" y="1777910"/>
                  <a:pt x="4432547" y="1778168"/>
                  <a:pt x="4418751" y="1796932"/>
                </a:cubicBezTo>
                <a:cubicBezTo>
                  <a:pt x="4403360" y="1801488"/>
                  <a:pt x="4385278" y="1795746"/>
                  <a:pt x="4378377" y="1815528"/>
                </a:cubicBezTo>
                <a:cubicBezTo>
                  <a:pt x="4366870" y="1839461"/>
                  <a:pt x="4337372" y="1814003"/>
                  <a:pt x="4320575" y="1832722"/>
                </a:cubicBezTo>
                <a:cubicBezTo>
                  <a:pt x="4277898" y="1857053"/>
                  <a:pt x="4243945" y="1846759"/>
                  <a:pt x="4211935" y="1860177"/>
                </a:cubicBezTo>
                <a:cubicBezTo>
                  <a:pt x="4181519" y="1859584"/>
                  <a:pt x="4171342" y="1859762"/>
                  <a:pt x="4101228" y="1868717"/>
                </a:cubicBezTo>
                <a:cubicBezTo>
                  <a:pt x="4080159" y="1876188"/>
                  <a:pt x="4039427" y="1877381"/>
                  <a:pt x="3973223" y="1881015"/>
                </a:cubicBezTo>
                <a:cubicBezTo>
                  <a:pt x="3971330" y="1884974"/>
                  <a:pt x="3952843" y="1879225"/>
                  <a:pt x="3900992" y="1880603"/>
                </a:cubicBezTo>
                <a:cubicBezTo>
                  <a:pt x="3849141" y="1881981"/>
                  <a:pt x="3740060" y="1895686"/>
                  <a:pt x="3662119" y="1889285"/>
                </a:cubicBezTo>
                <a:cubicBezTo>
                  <a:pt x="3565155" y="1881322"/>
                  <a:pt x="3613412" y="1915150"/>
                  <a:pt x="3496919" y="1873180"/>
                </a:cubicBezTo>
                <a:cubicBezTo>
                  <a:pt x="3488062" y="1895719"/>
                  <a:pt x="3474293" y="1876288"/>
                  <a:pt x="3449433" y="1889681"/>
                </a:cubicBezTo>
                <a:cubicBezTo>
                  <a:pt x="3406553" y="1891629"/>
                  <a:pt x="3413217" y="1897797"/>
                  <a:pt x="3369766" y="1916653"/>
                </a:cubicBezTo>
                <a:cubicBezTo>
                  <a:pt x="3338805" y="1929531"/>
                  <a:pt x="3289487" y="1928617"/>
                  <a:pt x="3269672" y="1938036"/>
                </a:cubicBezTo>
                <a:lnTo>
                  <a:pt x="3224897" y="1943733"/>
                </a:lnTo>
                <a:cubicBezTo>
                  <a:pt x="3188693" y="1949271"/>
                  <a:pt x="3178540" y="1909145"/>
                  <a:pt x="3161463" y="1946591"/>
                </a:cubicBezTo>
                <a:lnTo>
                  <a:pt x="3112044" y="1935614"/>
                </a:lnTo>
                <a:lnTo>
                  <a:pt x="3069716" y="1930463"/>
                </a:lnTo>
                <a:cubicBezTo>
                  <a:pt x="3049937" y="1924285"/>
                  <a:pt x="3047816" y="1925644"/>
                  <a:pt x="3005773" y="1915878"/>
                </a:cubicBezTo>
                <a:cubicBezTo>
                  <a:pt x="2978838" y="1921092"/>
                  <a:pt x="2967972" y="1927319"/>
                  <a:pt x="2897201" y="1926772"/>
                </a:cubicBezTo>
                <a:lnTo>
                  <a:pt x="2783891" y="1931749"/>
                </a:lnTo>
                <a:cubicBezTo>
                  <a:pt x="2753098" y="1932794"/>
                  <a:pt x="2731621" y="1915151"/>
                  <a:pt x="2712447" y="1933044"/>
                </a:cubicBezTo>
                <a:cubicBezTo>
                  <a:pt x="2621923" y="1990472"/>
                  <a:pt x="2637976" y="1949546"/>
                  <a:pt x="2560151" y="1963609"/>
                </a:cubicBezTo>
                <a:cubicBezTo>
                  <a:pt x="2472084" y="1973456"/>
                  <a:pt x="2423631" y="1962133"/>
                  <a:pt x="2367221" y="1971884"/>
                </a:cubicBezTo>
                <a:cubicBezTo>
                  <a:pt x="2355331" y="1950582"/>
                  <a:pt x="2295649" y="1950006"/>
                  <a:pt x="2272130" y="1961162"/>
                </a:cubicBezTo>
                <a:cubicBezTo>
                  <a:pt x="2229336" y="1964326"/>
                  <a:pt x="2232627" y="1943953"/>
                  <a:pt x="2189404" y="1978172"/>
                </a:cubicBezTo>
                <a:cubicBezTo>
                  <a:pt x="2153824" y="1968017"/>
                  <a:pt x="2114605" y="1969166"/>
                  <a:pt x="2077704" y="1965002"/>
                </a:cubicBezTo>
                <a:cubicBezTo>
                  <a:pt x="2053064" y="1962036"/>
                  <a:pt x="2051584" y="1971011"/>
                  <a:pt x="2033299" y="1969042"/>
                </a:cubicBezTo>
                <a:cubicBezTo>
                  <a:pt x="2015014" y="1967073"/>
                  <a:pt x="1998956" y="1958903"/>
                  <a:pt x="1967996" y="1953187"/>
                </a:cubicBezTo>
                <a:cubicBezTo>
                  <a:pt x="1924117" y="1970917"/>
                  <a:pt x="1915668" y="1940297"/>
                  <a:pt x="1855805" y="1926082"/>
                </a:cubicBezTo>
                <a:cubicBezTo>
                  <a:pt x="1830663" y="1943732"/>
                  <a:pt x="1810564" y="1935694"/>
                  <a:pt x="1790957" y="1919460"/>
                </a:cubicBezTo>
                <a:cubicBezTo>
                  <a:pt x="1732588" y="1924884"/>
                  <a:pt x="1679506" y="1900619"/>
                  <a:pt x="1613978" y="1891581"/>
                </a:cubicBezTo>
                <a:cubicBezTo>
                  <a:pt x="1542961" y="1912227"/>
                  <a:pt x="1506863" y="1865666"/>
                  <a:pt x="1436831" y="1856201"/>
                </a:cubicBezTo>
                <a:cubicBezTo>
                  <a:pt x="1409149" y="1862955"/>
                  <a:pt x="1416370" y="1829853"/>
                  <a:pt x="1357365" y="1832140"/>
                </a:cubicBezTo>
                <a:cubicBezTo>
                  <a:pt x="1285880" y="1811785"/>
                  <a:pt x="1273193" y="1786872"/>
                  <a:pt x="1232341" y="1785942"/>
                </a:cubicBezTo>
                <a:cubicBezTo>
                  <a:pt x="1223903" y="1792798"/>
                  <a:pt x="1160576" y="1793911"/>
                  <a:pt x="1162595" y="1784330"/>
                </a:cubicBezTo>
                <a:cubicBezTo>
                  <a:pt x="1153167" y="1787110"/>
                  <a:pt x="1122206" y="1805077"/>
                  <a:pt x="1120257" y="1789615"/>
                </a:cubicBezTo>
                <a:cubicBezTo>
                  <a:pt x="1073149" y="1786750"/>
                  <a:pt x="1034361" y="1768718"/>
                  <a:pt x="991903" y="1786741"/>
                </a:cubicBezTo>
                <a:cubicBezTo>
                  <a:pt x="966383" y="1781126"/>
                  <a:pt x="949501" y="1800915"/>
                  <a:pt x="883960" y="1809389"/>
                </a:cubicBezTo>
                <a:cubicBezTo>
                  <a:pt x="836064" y="1808194"/>
                  <a:pt x="826980" y="1826610"/>
                  <a:pt x="766531" y="1805053"/>
                </a:cubicBezTo>
                <a:cubicBezTo>
                  <a:pt x="732778" y="1801141"/>
                  <a:pt x="694055" y="1787044"/>
                  <a:pt x="669779" y="1800537"/>
                </a:cubicBezTo>
                <a:cubicBezTo>
                  <a:pt x="645252" y="1794709"/>
                  <a:pt x="563495" y="1813232"/>
                  <a:pt x="523898" y="1811085"/>
                </a:cubicBezTo>
                <a:cubicBezTo>
                  <a:pt x="457555" y="1798530"/>
                  <a:pt x="395227" y="1824052"/>
                  <a:pt x="360251" y="1830735"/>
                </a:cubicBezTo>
                <a:cubicBezTo>
                  <a:pt x="313564" y="1825583"/>
                  <a:pt x="298281" y="1811622"/>
                  <a:pt x="255207" y="1818275"/>
                </a:cubicBezTo>
                <a:cubicBezTo>
                  <a:pt x="206572" y="1839769"/>
                  <a:pt x="160277" y="1836800"/>
                  <a:pt x="101803" y="1870647"/>
                </a:cubicBezTo>
                <a:cubicBezTo>
                  <a:pt x="85849" y="1910002"/>
                  <a:pt x="27997" y="1845258"/>
                  <a:pt x="25397" y="1888443"/>
                </a:cubicBezTo>
                <a:cubicBezTo>
                  <a:pt x="19096" y="1881154"/>
                  <a:pt x="11260" y="1878398"/>
                  <a:pt x="2370" y="1878311"/>
                </a:cubicBezTo>
                <a:lnTo>
                  <a:pt x="0" y="1878785"/>
                </a:lnTo>
                <a:lnTo>
                  <a:pt x="0" y="0"/>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7B3F900C-4662-61BD-550C-04EFB1A5436B}"/>
              </a:ext>
            </a:extLst>
          </p:cNvPr>
          <p:cNvSpPr>
            <a:spLocks noGrp="1"/>
          </p:cNvSpPr>
          <p:nvPr>
            <p:ph type="title"/>
          </p:nvPr>
        </p:nvSpPr>
        <p:spPr>
          <a:xfrm>
            <a:off x="1186877" y="65575"/>
            <a:ext cx="9392421" cy="1330841"/>
          </a:xfrm>
        </p:spPr>
        <p:txBody>
          <a:bodyPr vert="horz" lIns="91440" tIns="45720" rIns="91440" bIns="45720" rtlCol="0" anchor="ctr">
            <a:normAutofit/>
          </a:bodyPr>
          <a:lstStyle/>
          <a:p>
            <a:pPr algn="ctr"/>
            <a:r>
              <a:rPr lang="en-US" dirty="0"/>
              <a:t>Global job data – AI titled roles</a:t>
            </a:r>
            <a:endParaRPr lang="en-US" kern="1200" dirty="0">
              <a:solidFill>
                <a:schemeClr val="tx1"/>
              </a:solidFill>
              <a:latin typeface="+mj-lt"/>
              <a:ea typeface="+mj-ea"/>
              <a:cs typeface="+mj-cs"/>
            </a:endParaRPr>
          </a:p>
        </p:txBody>
      </p:sp>
      <p:sp>
        <p:nvSpPr>
          <p:cNvPr id="14" name="Freeform: Shape 13">
            <a:extLst>
              <a:ext uri="{FF2B5EF4-FFF2-40B4-BE49-F238E27FC236}">
                <a16:creationId xmlns:a16="http://schemas.microsoft.com/office/drawing/2014/main" id="{E6144C57-4328-385F-7A51-C93B326AEA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5381624" y="6209414"/>
            <a:ext cx="6810375" cy="648586"/>
          </a:xfrm>
          <a:custGeom>
            <a:avLst/>
            <a:gdLst>
              <a:gd name="connsiteX0" fmla="*/ 0 w 10753706"/>
              <a:gd name="connsiteY0" fmla="*/ 0 h 1027260"/>
              <a:gd name="connsiteX1" fmla="*/ 10753706 w 10753706"/>
              <a:gd name="connsiteY1" fmla="*/ 0 h 1027260"/>
              <a:gd name="connsiteX2" fmla="*/ 10748809 w 10753706"/>
              <a:gd name="connsiteY2" fmla="*/ 2522 h 1027260"/>
              <a:gd name="connsiteX3" fmla="*/ 10725330 w 10753706"/>
              <a:gd name="connsiteY3" fmla="*/ 11977 h 1027260"/>
              <a:gd name="connsiteX4" fmla="*/ 10615423 w 10753706"/>
              <a:gd name="connsiteY4" fmla="*/ 52967 h 1027260"/>
              <a:gd name="connsiteX5" fmla="*/ 10533936 w 10753706"/>
              <a:gd name="connsiteY5" fmla="*/ 53095 h 1027260"/>
              <a:gd name="connsiteX6" fmla="*/ 10466876 w 10753706"/>
              <a:gd name="connsiteY6" fmla="*/ 45180 h 1027260"/>
              <a:gd name="connsiteX7" fmla="*/ 10355090 w 10753706"/>
              <a:gd name="connsiteY7" fmla="*/ 89741 h 1027260"/>
              <a:gd name="connsiteX8" fmla="*/ 10087145 w 10753706"/>
              <a:gd name="connsiteY8" fmla="*/ 66115 h 1027260"/>
              <a:gd name="connsiteX9" fmla="*/ 10015902 w 10753706"/>
              <a:gd name="connsiteY9" fmla="*/ 76178 h 1027260"/>
              <a:gd name="connsiteX10" fmla="*/ 9806005 w 10753706"/>
              <a:gd name="connsiteY10" fmla="*/ 102435 h 1027260"/>
              <a:gd name="connsiteX11" fmla="*/ 9602583 w 10753706"/>
              <a:gd name="connsiteY11" fmla="*/ 179170 h 1027260"/>
              <a:gd name="connsiteX12" fmla="*/ 9469719 w 10753706"/>
              <a:gd name="connsiteY12" fmla="*/ 174721 h 1027260"/>
              <a:gd name="connsiteX13" fmla="*/ 9408692 w 10753706"/>
              <a:gd name="connsiteY13" fmla="*/ 189513 h 1027260"/>
              <a:gd name="connsiteX14" fmla="*/ 9364151 w 10753706"/>
              <a:gd name="connsiteY14" fmla="*/ 194072 h 1027260"/>
              <a:gd name="connsiteX15" fmla="*/ 9337751 w 10753706"/>
              <a:gd name="connsiteY15" fmla="*/ 197579 h 1027260"/>
              <a:gd name="connsiteX16" fmla="*/ 9297166 w 10753706"/>
              <a:gd name="connsiteY16" fmla="*/ 216558 h 1027260"/>
              <a:gd name="connsiteX17" fmla="*/ 9123859 w 10753706"/>
              <a:gd name="connsiteY17" fmla="*/ 237356 h 1027260"/>
              <a:gd name="connsiteX18" fmla="*/ 8950741 w 10753706"/>
              <a:gd name="connsiteY18" fmla="*/ 238020 h 1027260"/>
              <a:gd name="connsiteX19" fmla="*/ 8718236 w 10753706"/>
              <a:gd name="connsiteY19" fmla="*/ 303148 h 1027260"/>
              <a:gd name="connsiteX20" fmla="*/ 8694011 w 10753706"/>
              <a:gd name="connsiteY20" fmla="*/ 308812 h 1027260"/>
              <a:gd name="connsiteX21" fmla="*/ 8611976 w 10753706"/>
              <a:gd name="connsiteY21" fmla="*/ 324819 h 1027260"/>
              <a:gd name="connsiteX22" fmla="*/ 8562074 w 10753706"/>
              <a:gd name="connsiteY22" fmla="*/ 337971 h 1027260"/>
              <a:gd name="connsiteX23" fmla="*/ 8501724 w 10753706"/>
              <a:gd name="connsiteY23" fmla="*/ 360865 h 1027260"/>
              <a:gd name="connsiteX24" fmla="*/ 8504489 w 10753706"/>
              <a:gd name="connsiteY24" fmla="*/ 364790 h 1027260"/>
              <a:gd name="connsiteX25" fmla="*/ 8492774 w 10753706"/>
              <a:gd name="connsiteY25" fmla="*/ 366181 h 1027260"/>
              <a:gd name="connsiteX26" fmla="*/ 8466405 w 10753706"/>
              <a:gd name="connsiteY26" fmla="*/ 368724 h 1027260"/>
              <a:gd name="connsiteX27" fmla="*/ 8427069 w 10753706"/>
              <a:gd name="connsiteY27" fmla="*/ 387211 h 1027260"/>
              <a:gd name="connsiteX28" fmla="*/ 8387766 w 10753706"/>
              <a:gd name="connsiteY28" fmla="*/ 377161 h 1027260"/>
              <a:gd name="connsiteX29" fmla="*/ 8315874 w 10753706"/>
              <a:gd name="connsiteY29" fmla="*/ 395527 h 1027260"/>
              <a:gd name="connsiteX30" fmla="*/ 8274474 w 10753706"/>
              <a:gd name="connsiteY30" fmla="*/ 405112 h 1027260"/>
              <a:gd name="connsiteX31" fmla="*/ 8234664 w 10753706"/>
              <a:gd name="connsiteY31" fmla="*/ 410219 h 1027260"/>
              <a:gd name="connsiteX32" fmla="*/ 8211268 w 10753706"/>
              <a:gd name="connsiteY32" fmla="*/ 416791 h 1027260"/>
              <a:gd name="connsiteX33" fmla="*/ 8188615 w 10753706"/>
              <a:gd name="connsiteY33" fmla="*/ 421755 h 1027260"/>
              <a:gd name="connsiteX34" fmla="*/ 8179981 w 10753706"/>
              <a:gd name="connsiteY34" fmla="*/ 420402 h 1027260"/>
              <a:gd name="connsiteX35" fmla="*/ 8179307 w 10753706"/>
              <a:gd name="connsiteY35" fmla="*/ 422516 h 1027260"/>
              <a:gd name="connsiteX36" fmla="*/ 8147929 w 10753706"/>
              <a:gd name="connsiteY36" fmla="*/ 450302 h 1027260"/>
              <a:gd name="connsiteX37" fmla="*/ 8089136 w 10753706"/>
              <a:gd name="connsiteY37" fmla="*/ 465283 h 1027260"/>
              <a:gd name="connsiteX38" fmla="*/ 8049973 w 10753706"/>
              <a:gd name="connsiteY38" fmla="*/ 454121 h 1027260"/>
              <a:gd name="connsiteX39" fmla="*/ 7965913 w 10753706"/>
              <a:gd name="connsiteY39" fmla="*/ 464415 h 1027260"/>
              <a:gd name="connsiteX40" fmla="*/ 7945093 w 10753706"/>
              <a:gd name="connsiteY40" fmla="*/ 464798 h 1027260"/>
              <a:gd name="connsiteX41" fmla="*/ 7935335 w 10753706"/>
              <a:gd name="connsiteY41" fmla="*/ 462442 h 1027260"/>
              <a:gd name="connsiteX42" fmla="*/ 7904779 w 10753706"/>
              <a:gd name="connsiteY42" fmla="*/ 471429 h 1027260"/>
              <a:gd name="connsiteX43" fmla="*/ 7855604 w 10753706"/>
              <a:gd name="connsiteY43" fmla="*/ 480199 h 1027260"/>
              <a:gd name="connsiteX44" fmla="*/ 7832630 w 10753706"/>
              <a:gd name="connsiteY44" fmla="*/ 485371 h 1027260"/>
              <a:gd name="connsiteX45" fmla="*/ 7812438 w 10753706"/>
              <a:gd name="connsiteY45" fmla="*/ 485391 h 1027260"/>
              <a:gd name="connsiteX46" fmla="*/ 7701399 w 10753706"/>
              <a:gd name="connsiteY46" fmla="*/ 495197 h 1027260"/>
              <a:gd name="connsiteX47" fmla="*/ 7674778 w 10753706"/>
              <a:gd name="connsiteY47" fmla="*/ 494723 h 1027260"/>
              <a:gd name="connsiteX48" fmla="*/ 7660445 w 10753706"/>
              <a:gd name="connsiteY48" fmla="*/ 490194 h 1027260"/>
              <a:gd name="connsiteX49" fmla="*/ 7651781 w 10753706"/>
              <a:gd name="connsiteY49" fmla="*/ 493084 h 1027260"/>
              <a:gd name="connsiteX50" fmla="*/ 7584807 w 10753706"/>
              <a:gd name="connsiteY50" fmla="*/ 499490 h 1027260"/>
              <a:gd name="connsiteX51" fmla="*/ 7541324 w 10753706"/>
              <a:gd name="connsiteY51" fmla="*/ 504184 h 1027260"/>
              <a:gd name="connsiteX52" fmla="*/ 7541756 w 10753706"/>
              <a:gd name="connsiteY52" fmla="*/ 512184 h 1027260"/>
              <a:gd name="connsiteX53" fmla="*/ 7503906 w 10753706"/>
              <a:gd name="connsiteY53" fmla="*/ 518551 h 1027260"/>
              <a:gd name="connsiteX54" fmla="*/ 7460411 w 10753706"/>
              <a:gd name="connsiteY54" fmla="*/ 517415 h 1027260"/>
              <a:gd name="connsiteX55" fmla="*/ 7460116 w 10753706"/>
              <a:gd name="connsiteY55" fmla="*/ 517548 h 1027260"/>
              <a:gd name="connsiteX56" fmla="*/ 7297810 w 10753706"/>
              <a:gd name="connsiteY56" fmla="*/ 563947 h 1027260"/>
              <a:gd name="connsiteX57" fmla="*/ 6946388 w 10753706"/>
              <a:gd name="connsiteY57" fmla="*/ 665244 h 1027260"/>
              <a:gd name="connsiteX58" fmla="*/ 6741704 w 10753706"/>
              <a:gd name="connsiteY58" fmla="*/ 679365 h 1027260"/>
              <a:gd name="connsiteX59" fmla="*/ 6624680 w 10753706"/>
              <a:gd name="connsiteY59" fmla="*/ 677674 h 1027260"/>
              <a:gd name="connsiteX60" fmla="*/ 6605700 w 10753706"/>
              <a:gd name="connsiteY60" fmla="*/ 683566 h 1027260"/>
              <a:gd name="connsiteX61" fmla="*/ 6576922 w 10753706"/>
              <a:gd name="connsiteY61" fmla="*/ 683030 h 1027260"/>
              <a:gd name="connsiteX62" fmla="*/ 6405123 w 10753706"/>
              <a:gd name="connsiteY62" fmla="*/ 721946 h 1027260"/>
              <a:gd name="connsiteX63" fmla="*/ 6368938 w 10753706"/>
              <a:gd name="connsiteY63" fmla="*/ 717341 h 1027260"/>
              <a:gd name="connsiteX64" fmla="*/ 6295102 w 10753706"/>
              <a:gd name="connsiteY64" fmla="*/ 729508 h 1027260"/>
              <a:gd name="connsiteX65" fmla="*/ 6202084 w 10753706"/>
              <a:gd name="connsiteY65" fmla="*/ 767091 h 1027260"/>
              <a:gd name="connsiteX66" fmla="*/ 6067157 w 10753706"/>
              <a:gd name="connsiteY66" fmla="*/ 790339 h 1027260"/>
              <a:gd name="connsiteX67" fmla="*/ 6061443 w 10753706"/>
              <a:gd name="connsiteY67" fmla="*/ 796151 h 1027260"/>
              <a:gd name="connsiteX68" fmla="*/ 6051406 w 10753706"/>
              <a:gd name="connsiteY68" fmla="*/ 800684 h 1027260"/>
              <a:gd name="connsiteX69" fmla="*/ 6049097 w 10753706"/>
              <a:gd name="connsiteY69" fmla="*/ 800636 h 1027260"/>
              <a:gd name="connsiteX70" fmla="*/ 6034222 w 10753706"/>
              <a:gd name="connsiteY70" fmla="*/ 804110 h 1027260"/>
              <a:gd name="connsiteX71" fmla="*/ 6033121 w 10753706"/>
              <a:gd name="connsiteY71" fmla="*/ 806078 h 1027260"/>
              <a:gd name="connsiteX72" fmla="*/ 6023593 w 10753706"/>
              <a:gd name="connsiteY72" fmla="*/ 808842 h 1027260"/>
              <a:gd name="connsiteX73" fmla="*/ 6006639 w 10753706"/>
              <a:gd name="connsiteY73" fmla="*/ 815304 h 1027260"/>
              <a:gd name="connsiteX74" fmla="*/ 6001762 w 10753706"/>
              <a:gd name="connsiteY74" fmla="*/ 815557 h 1027260"/>
              <a:gd name="connsiteX75" fmla="*/ 5973534 w 10753706"/>
              <a:gd name="connsiteY75" fmla="*/ 823815 h 1027260"/>
              <a:gd name="connsiteX76" fmla="*/ 5972336 w 10753706"/>
              <a:gd name="connsiteY76" fmla="*/ 823476 h 1027260"/>
              <a:gd name="connsiteX77" fmla="*/ 5960841 w 10753706"/>
              <a:gd name="connsiteY77" fmla="*/ 823819 h 1027260"/>
              <a:gd name="connsiteX78" fmla="*/ 5940719 w 10753706"/>
              <a:gd name="connsiteY78" fmla="*/ 825514 h 1027260"/>
              <a:gd name="connsiteX79" fmla="*/ 5884298 w 10753706"/>
              <a:gd name="connsiteY79" fmla="*/ 823806 h 1027260"/>
              <a:gd name="connsiteX80" fmla="*/ 5854779 w 10753706"/>
              <a:gd name="connsiteY80" fmla="*/ 832365 h 1027260"/>
              <a:gd name="connsiteX81" fmla="*/ 5848382 w 10753706"/>
              <a:gd name="connsiteY81" fmla="*/ 833844 h 1027260"/>
              <a:gd name="connsiteX82" fmla="*/ 5848066 w 10753706"/>
              <a:gd name="connsiteY82" fmla="*/ 833772 h 1027260"/>
              <a:gd name="connsiteX83" fmla="*/ 5840944 w 10753706"/>
              <a:gd name="connsiteY83" fmla="*/ 835132 h 1027260"/>
              <a:gd name="connsiteX84" fmla="*/ 5836719 w 10753706"/>
              <a:gd name="connsiteY84" fmla="*/ 836539 h 1027260"/>
              <a:gd name="connsiteX85" fmla="*/ 5824311 w 10753706"/>
              <a:gd name="connsiteY85" fmla="*/ 839408 h 1027260"/>
              <a:gd name="connsiteX86" fmla="*/ 5818788 w 10753706"/>
              <a:gd name="connsiteY86" fmla="*/ 839727 h 1027260"/>
              <a:gd name="connsiteX87" fmla="*/ 5763953 w 10753706"/>
              <a:gd name="connsiteY87" fmla="*/ 834282 h 1027260"/>
              <a:gd name="connsiteX88" fmla="*/ 5667748 w 10753706"/>
              <a:gd name="connsiteY88" fmla="*/ 840211 h 1027260"/>
              <a:gd name="connsiteX89" fmla="*/ 5573108 w 10753706"/>
              <a:gd name="connsiteY89" fmla="*/ 847611 h 1027260"/>
              <a:gd name="connsiteX90" fmla="*/ 5539137 w 10753706"/>
              <a:gd name="connsiteY90" fmla="*/ 851033 h 1027260"/>
              <a:gd name="connsiteX91" fmla="*/ 5510651 w 10753706"/>
              <a:gd name="connsiteY91" fmla="*/ 844215 h 1027260"/>
              <a:gd name="connsiteX92" fmla="*/ 5457331 w 10753706"/>
              <a:gd name="connsiteY92" fmla="*/ 839159 h 1027260"/>
              <a:gd name="connsiteX93" fmla="*/ 5410613 w 10753706"/>
              <a:gd name="connsiteY93" fmla="*/ 834358 h 1027260"/>
              <a:gd name="connsiteX94" fmla="*/ 5370040 w 10753706"/>
              <a:gd name="connsiteY94" fmla="*/ 862127 h 1027260"/>
              <a:gd name="connsiteX95" fmla="*/ 5318778 w 10753706"/>
              <a:gd name="connsiteY95" fmla="*/ 855310 h 1027260"/>
              <a:gd name="connsiteX96" fmla="*/ 5298645 w 10753706"/>
              <a:gd name="connsiteY96" fmla="*/ 855171 h 1027260"/>
              <a:gd name="connsiteX97" fmla="*/ 5253828 w 10753706"/>
              <a:gd name="connsiteY97" fmla="*/ 859670 h 1027260"/>
              <a:gd name="connsiteX98" fmla="*/ 5216955 w 10753706"/>
              <a:gd name="connsiteY98" fmla="*/ 866245 h 1027260"/>
              <a:gd name="connsiteX99" fmla="*/ 5214344 w 10753706"/>
              <a:gd name="connsiteY99" fmla="*/ 868102 h 1027260"/>
              <a:gd name="connsiteX100" fmla="*/ 5195561 w 10753706"/>
              <a:gd name="connsiteY100" fmla="*/ 869949 h 1027260"/>
              <a:gd name="connsiteX101" fmla="*/ 5182555 w 10753706"/>
              <a:gd name="connsiteY101" fmla="*/ 873542 h 1027260"/>
              <a:gd name="connsiteX102" fmla="*/ 5172552 w 10753706"/>
              <a:gd name="connsiteY102" fmla="*/ 878801 h 1027260"/>
              <a:gd name="connsiteX103" fmla="*/ 5027993 w 10753706"/>
              <a:gd name="connsiteY103" fmla="*/ 889666 h 1027260"/>
              <a:gd name="connsiteX104" fmla="*/ 4939844 w 10753706"/>
              <a:gd name="connsiteY104" fmla="*/ 934802 h 1027260"/>
              <a:gd name="connsiteX105" fmla="*/ 4792576 w 10753706"/>
              <a:gd name="connsiteY105" fmla="*/ 934820 h 1027260"/>
              <a:gd name="connsiteX106" fmla="*/ 4602423 w 10753706"/>
              <a:gd name="connsiteY106" fmla="*/ 958063 h 1027260"/>
              <a:gd name="connsiteX107" fmla="*/ 4290656 w 10753706"/>
              <a:gd name="connsiteY107" fmla="*/ 969152 h 1027260"/>
              <a:gd name="connsiteX108" fmla="*/ 3952334 w 10753706"/>
              <a:gd name="connsiteY108" fmla="*/ 954043 h 1027260"/>
              <a:gd name="connsiteX109" fmla="*/ 3858560 w 10753706"/>
              <a:gd name="connsiteY109" fmla="*/ 948781 h 1027260"/>
              <a:gd name="connsiteX110" fmla="*/ 3846597 w 10753706"/>
              <a:gd name="connsiteY110" fmla="*/ 948382 h 1027260"/>
              <a:gd name="connsiteX111" fmla="*/ 3736044 w 10753706"/>
              <a:gd name="connsiteY111" fmla="*/ 947759 h 1027260"/>
              <a:gd name="connsiteX112" fmla="*/ 3713136 w 10753706"/>
              <a:gd name="connsiteY112" fmla="*/ 946963 h 1027260"/>
              <a:gd name="connsiteX113" fmla="*/ 3695939 w 10753706"/>
              <a:gd name="connsiteY113" fmla="*/ 943639 h 1027260"/>
              <a:gd name="connsiteX114" fmla="*/ 3694125 w 10753706"/>
              <a:gd name="connsiteY114" fmla="*/ 940567 h 1027260"/>
              <a:gd name="connsiteX115" fmla="*/ 3681925 w 10753706"/>
              <a:gd name="connsiteY115" fmla="*/ 939706 h 1027260"/>
              <a:gd name="connsiteX116" fmla="*/ 3679204 w 10753706"/>
              <a:gd name="connsiteY116" fmla="*/ 938926 h 1027260"/>
              <a:gd name="connsiteX117" fmla="*/ 3615656 w 10753706"/>
              <a:gd name="connsiteY117" fmla="*/ 940320 h 1027260"/>
              <a:gd name="connsiteX118" fmla="*/ 3567983 w 10753706"/>
              <a:gd name="connsiteY118" fmla="*/ 935596 h 1027260"/>
              <a:gd name="connsiteX119" fmla="*/ 3422423 w 10753706"/>
              <a:gd name="connsiteY119" fmla="*/ 932129 h 1027260"/>
              <a:gd name="connsiteX120" fmla="*/ 3310925 w 10753706"/>
              <a:gd name="connsiteY120" fmla="*/ 911072 h 1027260"/>
              <a:gd name="connsiteX121" fmla="*/ 3139421 w 10753706"/>
              <a:gd name="connsiteY121" fmla="*/ 934151 h 1027260"/>
              <a:gd name="connsiteX122" fmla="*/ 2996922 w 10753706"/>
              <a:gd name="connsiteY122" fmla="*/ 927537 h 1027260"/>
              <a:gd name="connsiteX123" fmla="*/ 2982785 w 10753706"/>
              <a:gd name="connsiteY123" fmla="*/ 931453 h 1027260"/>
              <a:gd name="connsiteX124" fmla="*/ 2967478 w 10753706"/>
              <a:gd name="connsiteY124" fmla="*/ 933397 h 1027260"/>
              <a:gd name="connsiteX125" fmla="*/ 2948552 w 10753706"/>
              <a:gd name="connsiteY125" fmla="*/ 932961 h 1027260"/>
              <a:gd name="connsiteX126" fmla="*/ 2944404 w 10753706"/>
              <a:gd name="connsiteY126" fmla="*/ 934452 h 1027260"/>
              <a:gd name="connsiteX127" fmla="*/ 2908608 w 10753706"/>
              <a:gd name="connsiteY127" fmla="*/ 937205 h 1027260"/>
              <a:gd name="connsiteX128" fmla="*/ 2904443 w 10753706"/>
              <a:gd name="connsiteY128" fmla="*/ 936455 h 1027260"/>
              <a:gd name="connsiteX129" fmla="*/ 2868935 w 10753706"/>
              <a:gd name="connsiteY129" fmla="*/ 938022 h 1027260"/>
              <a:gd name="connsiteX130" fmla="*/ 2868586 w 10753706"/>
              <a:gd name="connsiteY130" fmla="*/ 937487 h 1027260"/>
              <a:gd name="connsiteX131" fmla="*/ 2859191 w 10753706"/>
              <a:gd name="connsiteY131" fmla="*/ 935503 h 1027260"/>
              <a:gd name="connsiteX132" fmla="*/ 2840915 w 10753706"/>
              <a:gd name="connsiteY132" fmla="*/ 932977 h 1027260"/>
              <a:gd name="connsiteX133" fmla="*/ 2763509 w 10753706"/>
              <a:gd name="connsiteY133" fmla="*/ 921850 h 1027260"/>
              <a:gd name="connsiteX134" fmla="*/ 2756121 w 10753706"/>
              <a:gd name="connsiteY134" fmla="*/ 921864 h 1027260"/>
              <a:gd name="connsiteX135" fmla="*/ 2755998 w 10753706"/>
              <a:gd name="connsiteY135" fmla="*/ 921739 h 1027260"/>
              <a:gd name="connsiteX136" fmla="*/ 2748255 w 10753706"/>
              <a:gd name="connsiteY136" fmla="*/ 921505 h 1027260"/>
              <a:gd name="connsiteX137" fmla="*/ 2694601 w 10753706"/>
              <a:gd name="connsiteY137" fmla="*/ 915575 h 1027260"/>
              <a:gd name="connsiteX138" fmla="*/ 2635357 w 10753706"/>
              <a:gd name="connsiteY138" fmla="*/ 910976 h 1027260"/>
              <a:gd name="connsiteX139" fmla="*/ 2601047 w 10753706"/>
              <a:gd name="connsiteY139" fmla="*/ 910263 h 1027260"/>
              <a:gd name="connsiteX140" fmla="*/ 2507482 w 10753706"/>
              <a:gd name="connsiteY140" fmla="*/ 906211 h 1027260"/>
              <a:gd name="connsiteX141" fmla="*/ 2413884 w 10753706"/>
              <a:gd name="connsiteY141" fmla="*/ 900545 h 1027260"/>
              <a:gd name="connsiteX142" fmla="*/ 2368912 w 10753706"/>
              <a:gd name="connsiteY142" fmla="*/ 888755 h 1027260"/>
              <a:gd name="connsiteX143" fmla="*/ 2349490 w 10753706"/>
              <a:gd name="connsiteY143" fmla="*/ 889719 h 1027260"/>
              <a:gd name="connsiteX144" fmla="*/ 2344290 w 10753706"/>
              <a:gd name="connsiteY144" fmla="*/ 890584 h 1027260"/>
              <a:gd name="connsiteX145" fmla="*/ 2336488 w 10753706"/>
              <a:gd name="connsiteY145" fmla="*/ 891058 h 1027260"/>
              <a:gd name="connsiteX146" fmla="*/ 2329015 w 10753706"/>
              <a:gd name="connsiteY146" fmla="*/ 891627 h 1027260"/>
              <a:gd name="connsiteX147" fmla="*/ 2293898 w 10753706"/>
              <a:gd name="connsiteY147" fmla="*/ 896431 h 1027260"/>
              <a:gd name="connsiteX148" fmla="*/ 2243927 w 10753706"/>
              <a:gd name="connsiteY148" fmla="*/ 888076 h 1027260"/>
              <a:gd name="connsiteX149" fmla="*/ 2223920 w 10753706"/>
              <a:gd name="connsiteY149" fmla="*/ 887331 h 1027260"/>
              <a:gd name="connsiteX150" fmla="*/ 2213081 w 10753706"/>
              <a:gd name="connsiteY150" fmla="*/ 886302 h 1027260"/>
              <a:gd name="connsiteX151" fmla="*/ 2212307 w 10753706"/>
              <a:gd name="connsiteY151" fmla="*/ 885829 h 1027260"/>
              <a:gd name="connsiteX152" fmla="*/ 2152321 w 10753706"/>
              <a:gd name="connsiteY152" fmla="*/ 894418 h 1027260"/>
              <a:gd name="connsiteX153" fmla="*/ 2140985 w 10753706"/>
              <a:gd name="connsiteY153" fmla="*/ 895968 h 1027260"/>
              <a:gd name="connsiteX154" fmla="*/ 2121210 w 10753706"/>
              <a:gd name="connsiteY154" fmla="*/ 899354 h 1027260"/>
              <a:gd name="connsiteX155" fmla="*/ 2119146 w 10753706"/>
              <a:gd name="connsiteY155" fmla="*/ 899033 h 1027260"/>
              <a:gd name="connsiteX156" fmla="*/ 2105666 w 10753706"/>
              <a:gd name="connsiteY156" fmla="*/ 902240 h 1027260"/>
              <a:gd name="connsiteX157" fmla="*/ 2094924 w 10753706"/>
              <a:gd name="connsiteY157" fmla="*/ 907203 h 1027260"/>
              <a:gd name="connsiteX158" fmla="*/ 1949478 w 10753706"/>
              <a:gd name="connsiteY158" fmla="*/ 913748 h 1027260"/>
              <a:gd name="connsiteX159" fmla="*/ 1749684 w 10753706"/>
              <a:gd name="connsiteY159" fmla="*/ 942223 h 1027260"/>
              <a:gd name="connsiteX160" fmla="*/ 1585576 w 10753706"/>
              <a:gd name="connsiteY160" fmla="*/ 954170 h 1027260"/>
              <a:gd name="connsiteX161" fmla="*/ 1476250 w 10753706"/>
              <a:gd name="connsiteY161" fmla="*/ 950653 h 1027260"/>
              <a:gd name="connsiteX162" fmla="*/ 1433927 w 10753706"/>
              <a:gd name="connsiteY162" fmla="*/ 959926 h 1027260"/>
              <a:gd name="connsiteX163" fmla="*/ 1414893 w 10753706"/>
              <a:gd name="connsiteY163" fmla="*/ 957671 h 1027260"/>
              <a:gd name="connsiteX164" fmla="*/ 1411585 w 10753706"/>
              <a:gd name="connsiteY164" fmla="*/ 957179 h 1027260"/>
              <a:gd name="connsiteX165" fmla="*/ 1398896 w 10753706"/>
              <a:gd name="connsiteY165" fmla="*/ 957460 h 1027260"/>
              <a:gd name="connsiteX166" fmla="*/ 1394632 w 10753706"/>
              <a:gd name="connsiteY166" fmla="*/ 954725 h 1027260"/>
              <a:gd name="connsiteX167" fmla="*/ 1375043 w 10753706"/>
              <a:gd name="connsiteY167" fmla="*/ 953132 h 1027260"/>
              <a:gd name="connsiteX168" fmla="*/ 1351876 w 10753706"/>
              <a:gd name="connsiteY168" fmla="*/ 954436 h 1027260"/>
              <a:gd name="connsiteX169" fmla="*/ 1242676 w 10753706"/>
              <a:gd name="connsiteY169" fmla="*/ 963767 h 1027260"/>
              <a:gd name="connsiteX170" fmla="*/ 1205993 w 10753706"/>
              <a:gd name="connsiteY170" fmla="*/ 974080 h 1027260"/>
              <a:gd name="connsiteX171" fmla="*/ 1052221 w 10753706"/>
              <a:gd name="connsiteY171" fmla="*/ 963954 h 1027260"/>
              <a:gd name="connsiteX172" fmla="*/ 968270 w 10753706"/>
              <a:gd name="connsiteY172" fmla="*/ 964761 h 1027260"/>
              <a:gd name="connsiteX173" fmla="*/ 874493 w 10753706"/>
              <a:gd name="connsiteY173" fmla="*/ 998122 h 1027260"/>
              <a:gd name="connsiteX174" fmla="*/ 814411 w 10753706"/>
              <a:gd name="connsiteY174" fmla="*/ 1007391 h 1027260"/>
              <a:gd name="connsiteX175" fmla="*/ 688604 w 10753706"/>
              <a:gd name="connsiteY175" fmla="*/ 1015631 h 1027260"/>
              <a:gd name="connsiteX176" fmla="*/ 618171 w 10753706"/>
              <a:gd name="connsiteY176" fmla="*/ 1027260 h 1027260"/>
              <a:gd name="connsiteX177" fmla="*/ 570379 w 10753706"/>
              <a:gd name="connsiteY177" fmla="*/ 1023487 h 1027260"/>
              <a:gd name="connsiteX178" fmla="*/ 482519 w 10753706"/>
              <a:gd name="connsiteY178" fmla="*/ 1002108 h 1027260"/>
              <a:gd name="connsiteX179" fmla="*/ 475319 w 10753706"/>
              <a:gd name="connsiteY179" fmla="*/ 1009922 h 1027260"/>
              <a:gd name="connsiteX180" fmla="*/ 431104 w 10753706"/>
              <a:gd name="connsiteY180" fmla="*/ 1009317 h 1027260"/>
              <a:gd name="connsiteX181" fmla="*/ 363782 w 10753706"/>
              <a:gd name="connsiteY181" fmla="*/ 1007585 h 1027260"/>
              <a:gd name="connsiteX182" fmla="*/ 325533 w 10753706"/>
              <a:gd name="connsiteY182" fmla="*/ 1008502 h 1027260"/>
              <a:gd name="connsiteX183" fmla="*/ 220429 w 10753706"/>
              <a:gd name="connsiteY183" fmla="*/ 1008927 h 1027260"/>
              <a:gd name="connsiteX184" fmla="*/ 114676 w 10753706"/>
              <a:gd name="connsiteY184" fmla="*/ 1007765 h 1027260"/>
              <a:gd name="connsiteX185" fmla="*/ 13470 w 10753706"/>
              <a:gd name="connsiteY185" fmla="*/ 998544 h 1027260"/>
              <a:gd name="connsiteX186" fmla="*/ 0 w 10753706"/>
              <a:gd name="connsiteY186" fmla="*/ 997355 h 10272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Lst>
            <a:rect l="l" t="t" r="r" b="b"/>
            <a:pathLst>
              <a:path w="10753706" h="1027260">
                <a:moveTo>
                  <a:pt x="0" y="0"/>
                </a:moveTo>
                <a:lnTo>
                  <a:pt x="10753706" y="0"/>
                </a:lnTo>
                <a:lnTo>
                  <a:pt x="10748809" y="2522"/>
                </a:lnTo>
                <a:cubicBezTo>
                  <a:pt x="10744031" y="4644"/>
                  <a:pt x="10737551" y="7204"/>
                  <a:pt x="10725330" y="11977"/>
                </a:cubicBezTo>
                <a:cubicBezTo>
                  <a:pt x="10700888" y="21523"/>
                  <a:pt x="10652058" y="39304"/>
                  <a:pt x="10615423" y="52967"/>
                </a:cubicBezTo>
                <a:cubicBezTo>
                  <a:pt x="10598524" y="49017"/>
                  <a:pt x="10550674" y="61360"/>
                  <a:pt x="10533936" y="53095"/>
                </a:cubicBezTo>
                <a:cubicBezTo>
                  <a:pt x="10519435" y="55674"/>
                  <a:pt x="10480156" y="49393"/>
                  <a:pt x="10466876" y="45180"/>
                </a:cubicBezTo>
                <a:cubicBezTo>
                  <a:pt x="10443145" y="68059"/>
                  <a:pt x="10382269" y="71294"/>
                  <a:pt x="10355090" y="89741"/>
                </a:cubicBezTo>
                <a:cubicBezTo>
                  <a:pt x="10286222" y="95376"/>
                  <a:pt x="10146285" y="63529"/>
                  <a:pt x="10087145" y="66115"/>
                </a:cubicBezTo>
                <a:cubicBezTo>
                  <a:pt x="10067575" y="79584"/>
                  <a:pt x="10043111" y="68921"/>
                  <a:pt x="10015902" y="76178"/>
                </a:cubicBezTo>
                <a:cubicBezTo>
                  <a:pt x="9952302" y="84628"/>
                  <a:pt x="9893286" y="103337"/>
                  <a:pt x="9806005" y="102435"/>
                </a:cubicBezTo>
                <a:cubicBezTo>
                  <a:pt x="9782247" y="141133"/>
                  <a:pt x="9674787" y="151643"/>
                  <a:pt x="9602583" y="179170"/>
                </a:cubicBezTo>
                <a:cubicBezTo>
                  <a:pt x="9557658" y="187584"/>
                  <a:pt x="9478290" y="154235"/>
                  <a:pt x="9469719" y="174721"/>
                </a:cubicBezTo>
                <a:cubicBezTo>
                  <a:pt x="9443779" y="165070"/>
                  <a:pt x="9431317" y="185692"/>
                  <a:pt x="9408692" y="189513"/>
                </a:cubicBezTo>
                <a:cubicBezTo>
                  <a:pt x="9387154" y="183843"/>
                  <a:pt x="9380475" y="191089"/>
                  <a:pt x="9364151" y="194072"/>
                </a:cubicBezTo>
                <a:cubicBezTo>
                  <a:pt x="9354686" y="190222"/>
                  <a:pt x="9340485" y="191782"/>
                  <a:pt x="9337751" y="197579"/>
                </a:cubicBezTo>
                <a:cubicBezTo>
                  <a:pt x="9349566" y="209270"/>
                  <a:pt x="9297468" y="207714"/>
                  <a:pt x="9297166" y="216558"/>
                </a:cubicBezTo>
                <a:cubicBezTo>
                  <a:pt x="9269057" y="220999"/>
                  <a:pt x="9139630" y="221783"/>
                  <a:pt x="9123859" y="237356"/>
                </a:cubicBezTo>
                <a:cubicBezTo>
                  <a:pt x="9068176" y="249209"/>
                  <a:pt x="8975349" y="235349"/>
                  <a:pt x="8950741" y="238020"/>
                </a:cubicBezTo>
                <a:cubicBezTo>
                  <a:pt x="8916265" y="215428"/>
                  <a:pt x="8822808" y="292026"/>
                  <a:pt x="8718236" y="303148"/>
                </a:cubicBezTo>
                <a:cubicBezTo>
                  <a:pt x="8703111" y="302060"/>
                  <a:pt x="8695551" y="302792"/>
                  <a:pt x="8694011" y="308812"/>
                </a:cubicBezTo>
                <a:cubicBezTo>
                  <a:pt x="8661810" y="312764"/>
                  <a:pt x="8637956" y="329628"/>
                  <a:pt x="8611976" y="324819"/>
                </a:cubicBezTo>
                <a:cubicBezTo>
                  <a:pt x="8621849" y="336388"/>
                  <a:pt x="8562809" y="325917"/>
                  <a:pt x="8562074" y="337971"/>
                </a:cubicBezTo>
                <a:cubicBezTo>
                  <a:pt x="8543699" y="343978"/>
                  <a:pt x="8511321" y="356396"/>
                  <a:pt x="8501724" y="360865"/>
                </a:cubicBezTo>
                <a:lnTo>
                  <a:pt x="8504489" y="364790"/>
                </a:lnTo>
                <a:lnTo>
                  <a:pt x="8492774" y="366181"/>
                </a:lnTo>
                <a:lnTo>
                  <a:pt x="8466405" y="368724"/>
                </a:lnTo>
                <a:cubicBezTo>
                  <a:pt x="8455454" y="372229"/>
                  <a:pt x="8440175" y="385805"/>
                  <a:pt x="8427069" y="387211"/>
                </a:cubicBezTo>
                <a:cubicBezTo>
                  <a:pt x="8400442" y="392215"/>
                  <a:pt x="8397079" y="382989"/>
                  <a:pt x="8387766" y="377161"/>
                </a:cubicBezTo>
                <a:cubicBezTo>
                  <a:pt x="8369233" y="378548"/>
                  <a:pt x="8334756" y="390869"/>
                  <a:pt x="8315874" y="395527"/>
                </a:cubicBezTo>
                <a:cubicBezTo>
                  <a:pt x="8306664" y="400500"/>
                  <a:pt x="8272845" y="393679"/>
                  <a:pt x="8274474" y="405112"/>
                </a:cubicBezTo>
                <a:cubicBezTo>
                  <a:pt x="8255483" y="406194"/>
                  <a:pt x="8244963" y="408376"/>
                  <a:pt x="8234664" y="410219"/>
                </a:cubicBezTo>
                <a:lnTo>
                  <a:pt x="8211268" y="416791"/>
                </a:lnTo>
                <a:cubicBezTo>
                  <a:pt x="8204720" y="419941"/>
                  <a:pt x="8197411" y="422004"/>
                  <a:pt x="8188615" y="421755"/>
                </a:cubicBezTo>
                <a:lnTo>
                  <a:pt x="8179981" y="420402"/>
                </a:lnTo>
                <a:lnTo>
                  <a:pt x="8179307" y="422516"/>
                </a:lnTo>
                <a:cubicBezTo>
                  <a:pt x="8179027" y="425797"/>
                  <a:pt x="8175790" y="448341"/>
                  <a:pt x="8147929" y="450302"/>
                </a:cubicBezTo>
                <a:cubicBezTo>
                  <a:pt x="8130300" y="457967"/>
                  <a:pt x="8114933" y="461015"/>
                  <a:pt x="8089136" y="465283"/>
                </a:cubicBezTo>
                <a:cubicBezTo>
                  <a:pt x="8072810" y="465920"/>
                  <a:pt x="8069376" y="451569"/>
                  <a:pt x="8049973" y="454121"/>
                </a:cubicBezTo>
                <a:cubicBezTo>
                  <a:pt x="7974508" y="471465"/>
                  <a:pt x="8006050" y="447139"/>
                  <a:pt x="7965913" y="464415"/>
                </a:cubicBezTo>
                <a:cubicBezTo>
                  <a:pt x="7958234" y="466025"/>
                  <a:pt x="7951405" y="465800"/>
                  <a:pt x="7945093" y="464798"/>
                </a:cubicBezTo>
                <a:lnTo>
                  <a:pt x="7935335" y="462442"/>
                </a:lnTo>
                <a:lnTo>
                  <a:pt x="7904779" y="471429"/>
                </a:lnTo>
                <a:cubicBezTo>
                  <a:pt x="7889387" y="474999"/>
                  <a:pt x="7872867" y="477951"/>
                  <a:pt x="7855604" y="480199"/>
                </a:cubicBezTo>
                <a:cubicBezTo>
                  <a:pt x="7850005" y="476378"/>
                  <a:pt x="7838628" y="483595"/>
                  <a:pt x="7832630" y="485371"/>
                </a:cubicBezTo>
                <a:cubicBezTo>
                  <a:pt x="7831473" y="482645"/>
                  <a:pt x="7816623" y="482661"/>
                  <a:pt x="7812438" y="485391"/>
                </a:cubicBezTo>
                <a:cubicBezTo>
                  <a:pt x="7709470" y="505049"/>
                  <a:pt x="7759426" y="473956"/>
                  <a:pt x="7701399" y="495197"/>
                </a:cubicBezTo>
                <a:cubicBezTo>
                  <a:pt x="7690986" y="496989"/>
                  <a:pt x="7682397" y="496365"/>
                  <a:pt x="7674778" y="494723"/>
                </a:cubicBezTo>
                <a:lnTo>
                  <a:pt x="7660445" y="490194"/>
                </a:lnTo>
                <a:lnTo>
                  <a:pt x="7651781" y="493084"/>
                </a:lnTo>
                <a:cubicBezTo>
                  <a:pt x="7616113" y="496548"/>
                  <a:pt x="7603273" y="491735"/>
                  <a:pt x="7584807" y="499490"/>
                </a:cubicBezTo>
                <a:cubicBezTo>
                  <a:pt x="7549256" y="490212"/>
                  <a:pt x="7563949" y="500167"/>
                  <a:pt x="7541324" y="504184"/>
                </a:cubicBezTo>
                <a:cubicBezTo>
                  <a:pt x="7523851" y="508307"/>
                  <a:pt x="7559546" y="509825"/>
                  <a:pt x="7541756" y="512184"/>
                </a:cubicBezTo>
                <a:cubicBezTo>
                  <a:pt x="7520963" y="510864"/>
                  <a:pt x="7525755" y="520497"/>
                  <a:pt x="7503906" y="518551"/>
                </a:cubicBezTo>
                <a:cubicBezTo>
                  <a:pt x="7505924" y="510774"/>
                  <a:pt x="7464361" y="523683"/>
                  <a:pt x="7460411" y="517415"/>
                </a:cubicBezTo>
                <a:lnTo>
                  <a:pt x="7460116" y="517548"/>
                </a:lnTo>
                <a:cubicBezTo>
                  <a:pt x="7447785" y="530928"/>
                  <a:pt x="7310141" y="550568"/>
                  <a:pt x="7297810" y="563947"/>
                </a:cubicBezTo>
                <a:cubicBezTo>
                  <a:pt x="7221791" y="605698"/>
                  <a:pt x="7039072" y="646008"/>
                  <a:pt x="6946388" y="665244"/>
                </a:cubicBezTo>
                <a:cubicBezTo>
                  <a:pt x="6853704" y="684480"/>
                  <a:pt x="6804875" y="677485"/>
                  <a:pt x="6741704" y="679365"/>
                </a:cubicBezTo>
                <a:lnTo>
                  <a:pt x="6624680" y="677674"/>
                </a:lnTo>
                <a:lnTo>
                  <a:pt x="6605700" y="683566"/>
                </a:lnTo>
                <a:cubicBezTo>
                  <a:pt x="6603309" y="685184"/>
                  <a:pt x="6599550" y="685647"/>
                  <a:pt x="6576922" y="683030"/>
                </a:cubicBezTo>
                <a:cubicBezTo>
                  <a:pt x="6527275" y="698355"/>
                  <a:pt x="6440981" y="702347"/>
                  <a:pt x="6405123" y="721946"/>
                </a:cubicBezTo>
                <a:cubicBezTo>
                  <a:pt x="6407963" y="715467"/>
                  <a:pt x="6383450" y="712913"/>
                  <a:pt x="6368938" y="717341"/>
                </a:cubicBezTo>
                <a:cubicBezTo>
                  <a:pt x="6377914" y="692119"/>
                  <a:pt x="6315316" y="744281"/>
                  <a:pt x="6295102" y="729508"/>
                </a:cubicBezTo>
                <a:cubicBezTo>
                  <a:pt x="6300358" y="744473"/>
                  <a:pt x="6240070" y="776254"/>
                  <a:pt x="6202084" y="767091"/>
                </a:cubicBezTo>
                <a:cubicBezTo>
                  <a:pt x="6152826" y="774744"/>
                  <a:pt x="6122010" y="790367"/>
                  <a:pt x="6067157" y="790339"/>
                </a:cubicBezTo>
                <a:cubicBezTo>
                  <a:pt x="6066310" y="792484"/>
                  <a:pt x="6064283" y="794403"/>
                  <a:pt x="6061443" y="796151"/>
                </a:cubicBezTo>
                <a:lnTo>
                  <a:pt x="6051406" y="800684"/>
                </a:lnTo>
                <a:lnTo>
                  <a:pt x="6049097" y="800636"/>
                </a:lnTo>
                <a:cubicBezTo>
                  <a:pt x="6040408" y="801393"/>
                  <a:pt x="6036299" y="802645"/>
                  <a:pt x="6034222" y="804110"/>
                </a:cubicBezTo>
                <a:lnTo>
                  <a:pt x="6033121" y="806078"/>
                </a:lnTo>
                <a:lnTo>
                  <a:pt x="6023593" y="808842"/>
                </a:lnTo>
                <a:lnTo>
                  <a:pt x="6006639" y="815304"/>
                </a:lnTo>
                <a:lnTo>
                  <a:pt x="6001762" y="815557"/>
                </a:lnTo>
                <a:lnTo>
                  <a:pt x="5973534" y="823815"/>
                </a:lnTo>
                <a:lnTo>
                  <a:pt x="5972336" y="823476"/>
                </a:lnTo>
                <a:cubicBezTo>
                  <a:pt x="5969004" y="822901"/>
                  <a:pt x="5965329" y="822833"/>
                  <a:pt x="5960841" y="823819"/>
                </a:cubicBezTo>
                <a:cubicBezTo>
                  <a:pt x="5955860" y="815655"/>
                  <a:pt x="5953515" y="821882"/>
                  <a:pt x="5940719" y="825514"/>
                </a:cubicBezTo>
                <a:cubicBezTo>
                  <a:pt x="5930130" y="813644"/>
                  <a:pt x="5900943" y="827979"/>
                  <a:pt x="5884298" y="823806"/>
                </a:cubicBezTo>
                <a:cubicBezTo>
                  <a:pt x="5875133" y="826741"/>
                  <a:pt x="5865250" y="829630"/>
                  <a:pt x="5854779" y="832365"/>
                </a:cubicBezTo>
                <a:lnTo>
                  <a:pt x="5848382" y="833844"/>
                </a:lnTo>
                <a:lnTo>
                  <a:pt x="5848066" y="833772"/>
                </a:lnTo>
                <a:cubicBezTo>
                  <a:pt x="5846273" y="833879"/>
                  <a:pt x="5844018" y="834284"/>
                  <a:pt x="5840944" y="835132"/>
                </a:cubicBezTo>
                <a:lnTo>
                  <a:pt x="5836719" y="836539"/>
                </a:lnTo>
                <a:lnTo>
                  <a:pt x="5824311" y="839408"/>
                </a:lnTo>
                <a:lnTo>
                  <a:pt x="5818788" y="839727"/>
                </a:lnTo>
                <a:cubicBezTo>
                  <a:pt x="5797008" y="838594"/>
                  <a:pt x="5786883" y="822081"/>
                  <a:pt x="5763953" y="834282"/>
                </a:cubicBezTo>
                <a:cubicBezTo>
                  <a:pt x="5726813" y="837521"/>
                  <a:pt x="5699446" y="830949"/>
                  <a:pt x="5667748" y="840211"/>
                </a:cubicBezTo>
                <a:cubicBezTo>
                  <a:pt x="5632959" y="843205"/>
                  <a:pt x="5601436" y="842280"/>
                  <a:pt x="5573108" y="847611"/>
                </a:cubicBezTo>
                <a:cubicBezTo>
                  <a:pt x="5560030" y="845832"/>
                  <a:pt x="5549547" y="851598"/>
                  <a:pt x="5539137" y="851033"/>
                </a:cubicBezTo>
                <a:cubicBezTo>
                  <a:pt x="5528728" y="850467"/>
                  <a:pt x="5529256" y="837509"/>
                  <a:pt x="5510651" y="844215"/>
                </a:cubicBezTo>
                <a:cubicBezTo>
                  <a:pt x="5494241" y="833607"/>
                  <a:pt x="5466101" y="839171"/>
                  <a:pt x="5457331" y="839159"/>
                </a:cubicBezTo>
                <a:lnTo>
                  <a:pt x="5410613" y="834358"/>
                </a:lnTo>
                <a:lnTo>
                  <a:pt x="5370040" y="862127"/>
                </a:lnTo>
                <a:cubicBezTo>
                  <a:pt x="5357863" y="856469"/>
                  <a:pt x="5319115" y="868069"/>
                  <a:pt x="5318778" y="855310"/>
                </a:cubicBezTo>
                <a:cubicBezTo>
                  <a:pt x="5303920" y="857760"/>
                  <a:pt x="5296727" y="863736"/>
                  <a:pt x="5298645" y="855171"/>
                </a:cubicBezTo>
                <a:cubicBezTo>
                  <a:pt x="5287819" y="855897"/>
                  <a:pt x="5267444" y="857825"/>
                  <a:pt x="5253828" y="859670"/>
                </a:cubicBezTo>
                <a:lnTo>
                  <a:pt x="5216955" y="866245"/>
                </a:lnTo>
                <a:lnTo>
                  <a:pt x="5214344" y="868102"/>
                </a:lnTo>
                <a:cubicBezTo>
                  <a:pt x="5210778" y="868719"/>
                  <a:pt x="5200859" y="869042"/>
                  <a:pt x="5195561" y="869949"/>
                </a:cubicBezTo>
                <a:lnTo>
                  <a:pt x="5182555" y="873542"/>
                </a:lnTo>
                <a:cubicBezTo>
                  <a:pt x="5178496" y="875023"/>
                  <a:pt x="5175066" y="876746"/>
                  <a:pt x="5172552" y="878801"/>
                </a:cubicBezTo>
                <a:cubicBezTo>
                  <a:pt x="5121406" y="873797"/>
                  <a:pt x="5080096" y="886529"/>
                  <a:pt x="5027993" y="889666"/>
                </a:cubicBezTo>
                <a:cubicBezTo>
                  <a:pt x="4999924" y="877115"/>
                  <a:pt x="4946973" y="919452"/>
                  <a:pt x="4939844" y="934802"/>
                </a:cubicBezTo>
                <a:cubicBezTo>
                  <a:pt x="4895154" y="940701"/>
                  <a:pt x="4844006" y="928240"/>
                  <a:pt x="4792576" y="934820"/>
                </a:cubicBezTo>
                <a:lnTo>
                  <a:pt x="4602423" y="958063"/>
                </a:lnTo>
                <a:cubicBezTo>
                  <a:pt x="4488530" y="967131"/>
                  <a:pt x="4399004" y="969822"/>
                  <a:pt x="4290656" y="969152"/>
                </a:cubicBezTo>
                <a:cubicBezTo>
                  <a:pt x="4182308" y="968482"/>
                  <a:pt x="4046938" y="971167"/>
                  <a:pt x="3952334" y="954043"/>
                </a:cubicBezTo>
                <a:lnTo>
                  <a:pt x="3858560" y="948781"/>
                </a:lnTo>
                <a:lnTo>
                  <a:pt x="3846597" y="948382"/>
                </a:lnTo>
                <a:cubicBezTo>
                  <a:pt x="3807516" y="956616"/>
                  <a:pt x="3767475" y="941640"/>
                  <a:pt x="3736044" y="947759"/>
                </a:cubicBezTo>
                <a:cubicBezTo>
                  <a:pt x="3727323" y="948128"/>
                  <a:pt x="3719828" y="947771"/>
                  <a:pt x="3713136" y="946963"/>
                </a:cubicBezTo>
                <a:lnTo>
                  <a:pt x="3695939" y="943639"/>
                </a:lnTo>
                <a:lnTo>
                  <a:pt x="3694125" y="940567"/>
                </a:lnTo>
                <a:lnTo>
                  <a:pt x="3681925" y="939706"/>
                </a:lnTo>
                <a:lnTo>
                  <a:pt x="3679204" y="938926"/>
                </a:lnTo>
                <a:cubicBezTo>
                  <a:pt x="3668160" y="939028"/>
                  <a:pt x="3634193" y="940875"/>
                  <a:pt x="3615656" y="940320"/>
                </a:cubicBezTo>
                <a:cubicBezTo>
                  <a:pt x="3582626" y="936974"/>
                  <a:pt x="3593904" y="949140"/>
                  <a:pt x="3567983" y="935596"/>
                </a:cubicBezTo>
                <a:cubicBezTo>
                  <a:pt x="3504185" y="939048"/>
                  <a:pt x="3482818" y="922224"/>
                  <a:pt x="3422423" y="932129"/>
                </a:cubicBezTo>
                <a:cubicBezTo>
                  <a:pt x="3369166" y="933413"/>
                  <a:pt x="3329486" y="910108"/>
                  <a:pt x="3310925" y="911072"/>
                </a:cubicBezTo>
                <a:cubicBezTo>
                  <a:pt x="3261363" y="909787"/>
                  <a:pt x="3198415" y="933574"/>
                  <a:pt x="3139421" y="934151"/>
                </a:cubicBezTo>
                <a:cubicBezTo>
                  <a:pt x="3088799" y="931012"/>
                  <a:pt x="3038941" y="938464"/>
                  <a:pt x="2996922" y="927537"/>
                </a:cubicBezTo>
                <a:cubicBezTo>
                  <a:pt x="2992673" y="929234"/>
                  <a:pt x="2987900" y="930498"/>
                  <a:pt x="2982785" y="931453"/>
                </a:cubicBezTo>
                <a:lnTo>
                  <a:pt x="2967478" y="933397"/>
                </a:lnTo>
                <a:lnTo>
                  <a:pt x="2948552" y="932961"/>
                </a:lnTo>
                <a:lnTo>
                  <a:pt x="2944404" y="934452"/>
                </a:lnTo>
                <a:lnTo>
                  <a:pt x="2908608" y="937205"/>
                </a:lnTo>
                <a:lnTo>
                  <a:pt x="2904443" y="936455"/>
                </a:lnTo>
                <a:lnTo>
                  <a:pt x="2868935" y="938022"/>
                </a:lnTo>
                <a:lnTo>
                  <a:pt x="2868586" y="937487"/>
                </a:lnTo>
                <a:cubicBezTo>
                  <a:pt x="2866994" y="936327"/>
                  <a:pt x="2864292" y="935538"/>
                  <a:pt x="2859191" y="935503"/>
                </a:cubicBezTo>
                <a:cubicBezTo>
                  <a:pt x="2869075" y="927418"/>
                  <a:pt x="2856828" y="932364"/>
                  <a:pt x="2840915" y="932977"/>
                </a:cubicBezTo>
                <a:lnTo>
                  <a:pt x="2763509" y="921850"/>
                </a:lnTo>
                <a:lnTo>
                  <a:pt x="2756121" y="921864"/>
                </a:lnTo>
                <a:cubicBezTo>
                  <a:pt x="2756081" y="921822"/>
                  <a:pt x="2756039" y="921781"/>
                  <a:pt x="2755998" y="921739"/>
                </a:cubicBezTo>
                <a:cubicBezTo>
                  <a:pt x="2754445" y="921476"/>
                  <a:pt x="2752036" y="921380"/>
                  <a:pt x="2748255" y="921505"/>
                </a:cubicBezTo>
                <a:lnTo>
                  <a:pt x="2694601" y="915575"/>
                </a:lnTo>
                <a:cubicBezTo>
                  <a:pt x="2671223" y="919874"/>
                  <a:pt x="2666972" y="913376"/>
                  <a:pt x="2635357" y="910976"/>
                </a:cubicBezTo>
                <a:cubicBezTo>
                  <a:pt x="2621906" y="915051"/>
                  <a:pt x="2611315" y="913542"/>
                  <a:pt x="2601047" y="910263"/>
                </a:cubicBezTo>
                <a:cubicBezTo>
                  <a:pt x="2570084" y="912074"/>
                  <a:pt x="2542135" y="907435"/>
                  <a:pt x="2507482" y="906211"/>
                </a:cubicBezTo>
                <a:cubicBezTo>
                  <a:pt x="2469706" y="911437"/>
                  <a:pt x="2450920" y="901812"/>
                  <a:pt x="2413884" y="900545"/>
                </a:cubicBezTo>
                <a:cubicBezTo>
                  <a:pt x="2381338" y="909664"/>
                  <a:pt x="2387753" y="892438"/>
                  <a:pt x="2368912" y="888755"/>
                </a:cubicBezTo>
                <a:lnTo>
                  <a:pt x="2349490" y="889719"/>
                </a:lnTo>
                <a:lnTo>
                  <a:pt x="2344290" y="890584"/>
                </a:lnTo>
                <a:cubicBezTo>
                  <a:pt x="2340673" y="891041"/>
                  <a:pt x="2338228" y="891167"/>
                  <a:pt x="2336488" y="891058"/>
                </a:cubicBezTo>
                <a:lnTo>
                  <a:pt x="2329015" y="891627"/>
                </a:lnTo>
                <a:cubicBezTo>
                  <a:pt x="2316843" y="893039"/>
                  <a:pt x="2305064" y="894669"/>
                  <a:pt x="2293898" y="896431"/>
                </a:cubicBezTo>
                <a:cubicBezTo>
                  <a:pt x="2282637" y="890404"/>
                  <a:pt x="2242346" y="900851"/>
                  <a:pt x="2243927" y="888076"/>
                </a:cubicBezTo>
                <a:cubicBezTo>
                  <a:pt x="2228778" y="890081"/>
                  <a:pt x="2220725" y="895845"/>
                  <a:pt x="2223920" y="887331"/>
                </a:cubicBezTo>
                <a:cubicBezTo>
                  <a:pt x="2218877" y="887756"/>
                  <a:pt x="2215583" y="887254"/>
                  <a:pt x="2213081" y="886302"/>
                </a:cubicBezTo>
                <a:lnTo>
                  <a:pt x="2212307" y="885829"/>
                </a:lnTo>
                <a:lnTo>
                  <a:pt x="2152321" y="894418"/>
                </a:lnTo>
                <a:lnTo>
                  <a:pt x="2140985" y="895968"/>
                </a:lnTo>
                <a:lnTo>
                  <a:pt x="2121210" y="899354"/>
                </a:lnTo>
                <a:lnTo>
                  <a:pt x="2119146" y="899033"/>
                </a:lnTo>
                <a:lnTo>
                  <a:pt x="2105666" y="902240"/>
                </a:lnTo>
                <a:cubicBezTo>
                  <a:pt x="2101407" y="903601"/>
                  <a:pt x="2097735" y="905221"/>
                  <a:pt x="2094924" y="907203"/>
                </a:cubicBezTo>
                <a:cubicBezTo>
                  <a:pt x="2044793" y="900664"/>
                  <a:pt x="2001785" y="912168"/>
                  <a:pt x="1949478" y="913748"/>
                </a:cubicBezTo>
                <a:cubicBezTo>
                  <a:pt x="1891937" y="919585"/>
                  <a:pt x="1810334" y="935486"/>
                  <a:pt x="1749684" y="942223"/>
                </a:cubicBezTo>
                <a:lnTo>
                  <a:pt x="1585576" y="954170"/>
                </a:lnTo>
                <a:cubicBezTo>
                  <a:pt x="1549165" y="943719"/>
                  <a:pt x="1511425" y="950847"/>
                  <a:pt x="1476250" y="950653"/>
                </a:cubicBezTo>
                <a:cubicBezTo>
                  <a:pt x="1488515" y="961596"/>
                  <a:pt x="1432660" y="946795"/>
                  <a:pt x="1433927" y="959926"/>
                </a:cubicBezTo>
                <a:cubicBezTo>
                  <a:pt x="1427485" y="959475"/>
                  <a:pt x="1421205" y="958623"/>
                  <a:pt x="1414893" y="957671"/>
                </a:cubicBezTo>
                <a:lnTo>
                  <a:pt x="1411585" y="957179"/>
                </a:lnTo>
                <a:lnTo>
                  <a:pt x="1398896" y="957460"/>
                </a:lnTo>
                <a:lnTo>
                  <a:pt x="1394632" y="954725"/>
                </a:lnTo>
                <a:lnTo>
                  <a:pt x="1375043" y="953132"/>
                </a:lnTo>
                <a:cubicBezTo>
                  <a:pt x="1367813" y="952970"/>
                  <a:pt x="1360155" y="953305"/>
                  <a:pt x="1351876" y="954436"/>
                </a:cubicBezTo>
                <a:cubicBezTo>
                  <a:pt x="1325912" y="963028"/>
                  <a:pt x="1274459" y="952492"/>
                  <a:pt x="1242676" y="963767"/>
                </a:cubicBezTo>
                <a:cubicBezTo>
                  <a:pt x="1230276" y="966918"/>
                  <a:pt x="1216715" y="977098"/>
                  <a:pt x="1205993" y="974080"/>
                </a:cubicBezTo>
                <a:cubicBezTo>
                  <a:pt x="1174251" y="974112"/>
                  <a:pt x="1086982" y="964420"/>
                  <a:pt x="1052221" y="963954"/>
                </a:cubicBezTo>
                <a:cubicBezTo>
                  <a:pt x="1038515" y="970622"/>
                  <a:pt x="1009522" y="962342"/>
                  <a:pt x="968270" y="964761"/>
                </a:cubicBezTo>
                <a:cubicBezTo>
                  <a:pt x="943437" y="973698"/>
                  <a:pt x="900136" y="991017"/>
                  <a:pt x="874493" y="998122"/>
                </a:cubicBezTo>
                <a:cubicBezTo>
                  <a:pt x="848849" y="1005226"/>
                  <a:pt x="853424" y="1009427"/>
                  <a:pt x="814411" y="1007391"/>
                </a:cubicBezTo>
                <a:cubicBezTo>
                  <a:pt x="765926" y="1022821"/>
                  <a:pt x="732885" y="1009859"/>
                  <a:pt x="688604" y="1015631"/>
                </a:cubicBezTo>
                <a:cubicBezTo>
                  <a:pt x="638045" y="1020877"/>
                  <a:pt x="677999" y="1011556"/>
                  <a:pt x="618171" y="1027260"/>
                </a:cubicBezTo>
                <a:cubicBezTo>
                  <a:pt x="609680" y="1023165"/>
                  <a:pt x="583253" y="1020277"/>
                  <a:pt x="570379" y="1023487"/>
                </a:cubicBezTo>
                <a:cubicBezTo>
                  <a:pt x="543992" y="1022523"/>
                  <a:pt x="505183" y="1001686"/>
                  <a:pt x="482519" y="1002108"/>
                </a:cubicBezTo>
                <a:cubicBezTo>
                  <a:pt x="464011" y="1002285"/>
                  <a:pt x="495211" y="1007995"/>
                  <a:pt x="475319" y="1009922"/>
                </a:cubicBezTo>
                <a:cubicBezTo>
                  <a:pt x="450818" y="1011135"/>
                  <a:pt x="454804" y="1022539"/>
                  <a:pt x="431104" y="1009317"/>
                </a:cubicBezTo>
                <a:cubicBezTo>
                  <a:pt x="406857" y="1014651"/>
                  <a:pt x="399686" y="1008456"/>
                  <a:pt x="363782" y="1007585"/>
                </a:cubicBezTo>
                <a:cubicBezTo>
                  <a:pt x="350440" y="1012231"/>
                  <a:pt x="338145" y="1011245"/>
                  <a:pt x="325533" y="1008502"/>
                </a:cubicBezTo>
                <a:cubicBezTo>
                  <a:pt x="291944" y="1011745"/>
                  <a:pt x="259251" y="1008497"/>
                  <a:pt x="220429" y="1008927"/>
                </a:cubicBezTo>
                <a:cubicBezTo>
                  <a:pt x="180594" y="1015852"/>
                  <a:pt x="156150" y="1007265"/>
                  <a:pt x="114676" y="1007765"/>
                </a:cubicBezTo>
                <a:cubicBezTo>
                  <a:pt x="85718" y="1006195"/>
                  <a:pt x="43316" y="1001491"/>
                  <a:pt x="13470" y="998544"/>
                </a:cubicBezTo>
                <a:lnTo>
                  <a:pt x="0" y="997355"/>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31" name="Picture 30" descr="08_roles_by_count.png"/>
          <p:cNvPicPr>
            <a:picLocks noChangeAspect="1"/>
          </p:cNvPicPr>
          <p:nvPr/>
        </p:nvPicPr>
        <p:blipFill>
          <a:blip r:embed="rId2"/>
          <a:stretch>
            <a:fillRect/>
          </a:stretch>
        </p:blipFill>
        <p:spPr>
          <a:xfrm>
            <a:off x="466344" y="1042415"/>
            <a:ext cx="7315200" cy="5550408"/>
          </a:xfrm>
          <a:prstGeom prst="rect">
            <a:avLst/>
          </a:prstGeom>
        </p:spPr>
      </p:pic>
      <p:pic>
        <p:nvPicPr>
          <p:cNvPr id="32" name="Picture 31" descr="07_role_type_change.png"/>
          <p:cNvPicPr>
            <a:picLocks noChangeAspect="1"/>
          </p:cNvPicPr>
          <p:nvPr/>
        </p:nvPicPr>
        <p:blipFill>
          <a:blip r:embed="rId3"/>
          <a:stretch>
            <a:fillRect/>
          </a:stretch>
        </p:blipFill>
        <p:spPr>
          <a:xfrm>
            <a:off x="8293608" y="1078992"/>
            <a:ext cx="3749039" cy="5550408"/>
          </a:xfrm>
          <a:prstGeom prst="rect">
            <a:avLst/>
          </a:prstGeom>
        </p:spPr>
      </p:pic>
    </p:spTree>
    <p:extLst>
      <p:ext uri="{BB962C8B-B14F-4D97-AF65-F5344CB8AC3E}">
        <p14:creationId xmlns:p14="http://schemas.microsoft.com/office/powerpoint/2010/main" val="239245648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9" name="Rectangle 28">
            <a:extLst>
              <a:ext uri="{FF2B5EF4-FFF2-40B4-BE49-F238E27FC236}">
                <a16:creationId xmlns:a16="http://schemas.microsoft.com/office/drawing/2014/main" id="{7FF47CB7-972F-479F-A36D-9E72D26EC8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Freeform: Shape 29">
            <a:extLst>
              <a:ext uri="{FF2B5EF4-FFF2-40B4-BE49-F238E27FC236}">
                <a16:creationId xmlns:a16="http://schemas.microsoft.com/office/drawing/2014/main" id="{0D153B68-5844-490D-8E67-F616D6D721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1766176" cy="2061837"/>
          </a:xfrm>
          <a:custGeom>
            <a:avLst/>
            <a:gdLst>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13657 w 10768629"/>
              <a:gd name="connsiteY144" fmla="*/ 1730706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40853 w 10768629"/>
              <a:gd name="connsiteY141" fmla="*/ 1657958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232341 w 10768629"/>
              <a:gd name="connsiteY179" fmla="*/ 1785942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232341 w 10768629"/>
              <a:gd name="connsiteY179" fmla="*/ 1785942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9462 w 10768629"/>
              <a:gd name="connsiteY48" fmla="*/ 987106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0257 w 10768629"/>
              <a:gd name="connsiteY182" fmla="*/ 1789615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84330 h 1978172"/>
              <a:gd name="connsiteX182" fmla="*/ 1120257 w 10768629"/>
              <a:gd name="connsiteY182" fmla="*/ 1789615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Lst>
            <a:rect l="l" t="t" r="r" b="b"/>
            <a:pathLst>
              <a:path w="10768629" h="1978172">
                <a:moveTo>
                  <a:pt x="0" y="0"/>
                </a:moveTo>
                <a:lnTo>
                  <a:pt x="10768629" y="0"/>
                </a:lnTo>
                <a:lnTo>
                  <a:pt x="10733254" y="31439"/>
                </a:lnTo>
                <a:lnTo>
                  <a:pt x="10727085" y="37910"/>
                </a:lnTo>
                <a:cubicBezTo>
                  <a:pt x="10712973" y="56080"/>
                  <a:pt x="10699457" y="78430"/>
                  <a:pt x="10675953" y="68623"/>
                </a:cubicBezTo>
                <a:cubicBezTo>
                  <a:pt x="10685972" y="89202"/>
                  <a:pt x="10641629" y="69781"/>
                  <a:pt x="10637091" y="90361"/>
                </a:cubicBezTo>
                <a:cubicBezTo>
                  <a:pt x="10635214" y="107005"/>
                  <a:pt x="10621323" y="104993"/>
                  <a:pt x="10610971" y="110764"/>
                </a:cubicBezTo>
                <a:cubicBezTo>
                  <a:pt x="10603980" y="127568"/>
                  <a:pt x="10551417" y="141180"/>
                  <a:pt x="10532872" y="138028"/>
                </a:cubicBezTo>
                <a:cubicBezTo>
                  <a:pt x="10480300" y="119072"/>
                  <a:pt x="10440532" y="186296"/>
                  <a:pt x="10398558" y="172911"/>
                </a:cubicBezTo>
                <a:cubicBezTo>
                  <a:pt x="10387708" y="174114"/>
                  <a:pt x="10378792" y="177646"/>
                  <a:pt x="10371128" y="182609"/>
                </a:cubicBezTo>
                <a:lnTo>
                  <a:pt x="10352178" y="199976"/>
                </a:lnTo>
                <a:lnTo>
                  <a:pt x="10351815" y="211879"/>
                </a:lnTo>
                <a:lnTo>
                  <a:pt x="10337471" y="218661"/>
                </a:lnTo>
                <a:lnTo>
                  <a:pt x="10334625" y="222351"/>
                </a:lnTo>
                <a:cubicBezTo>
                  <a:pt x="10321108" y="225227"/>
                  <a:pt x="10278615" y="228401"/>
                  <a:pt x="10256365" y="235917"/>
                </a:cubicBezTo>
                <a:cubicBezTo>
                  <a:pt x="10218136" y="258033"/>
                  <a:pt x="10224552" y="209685"/>
                  <a:pt x="10201127" y="267448"/>
                </a:cubicBezTo>
                <a:cubicBezTo>
                  <a:pt x="10121320" y="273476"/>
                  <a:pt x="10040763" y="345580"/>
                  <a:pt x="9961218" y="326720"/>
                </a:cubicBezTo>
                <a:cubicBezTo>
                  <a:pt x="9980173" y="341621"/>
                  <a:pt x="9883038" y="318484"/>
                  <a:pt x="9859715" y="355698"/>
                </a:cubicBezTo>
                <a:cubicBezTo>
                  <a:pt x="9812822" y="367758"/>
                  <a:pt x="9752089" y="383830"/>
                  <a:pt x="9679867" y="399081"/>
                </a:cubicBezTo>
                <a:cubicBezTo>
                  <a:pt x="9618357" y="415668"/>
                  <a:pt x="9525492" y="446315"/>
                  <a:pt x="9490654" y="455225"/>
                </a:cubicBezTo>
                <a:lnTo>
                  <a:pt x="9470837" y="452539"/>
                </a:lnTo>
                <a:lnTo>
                  <a:pt x="9469082" y="454891"/>
                </a:lnTo>
                <a:cubicBezTo>
                  <a:pt x="9460057" y="461184"/>
                  <a:pt x="9453495" y="461729"/>
                  <a:pt x="9448038" y="459733"/>
                </a:cubicBezTo>
                <a:lnTo>
                  <a:pt x="9396821" y="455795"/>
                </a:lnTo>
                <a:lnTo>
                  <a:pt x="9392197" y="459796"/>
                </a:lnTo>
                <a:lnTo>
                  <a:pt x="9347994" y="464462"/>
                </a:lnTo>
                <a:cubicBezTo>
                  <a:pt x="9347959" y="465155"/>
                  <a:pt x="9347925" y="465846"/>
                  <a:pt x="9347889" y="466539"/>
                </a:cubicBezTo>
                <a:cubicBezTo>
                  <a:pt x="9346648" y="471307"/>
                  <a:pt x="9343831" y="475025"/>
                  <a:pt x="9337639" y="476654"/>
                </a:cubicBezTo>
                <a:cubicBezTo>
                  <a:pt x="9354547" y="503661"/>
                  <a:pt x="9307720" y="510631"/>
                  <a:pt x="9287964" y="513052"/>
                </a:cubicBezTo>
                <a:cubicBezTo>
                  <a:pt x="9269905" y="526173"/>
                  <a:pt x="9245386" y="544358"/>
                  <a:pt x="9229283" y="555377"/>
                </a:cubicBezTo>
                <a:lnTo>
                  <a:pt x="9220274" y="557502"/>
                </a:lnTo>
                <a:cubicBezTo>
                  <a:pt x="9220250" y="557668"/>
                  <a:pt x="9220226" y="557835"/>
                  <a:pt x="9220202" y="558001"/>
                </a:cubicBezTo>
                <a:cubicBezTo>
                  <a:pt x="9218468" y="559434"/>
                  <a:pt x="9215591" y="560497"/>
                  <a:pt x="9210908" y="561147"/>
                </a:cubicBezTo>
                <a:lnTo>
                  <a:pt x="9186374" y="565502"/>
                </a:lnTo>
                <a:lnTo>
                  <a:pt x="9181058" y="569943"/>
                </a:lnTo>
                <a:lnTo>
                  <a:pt x="9167549" y="584727"/>
                </a:lnTo>
                <a:lnTo>
                  <a:pt x="9149110" y="598906"/>
                </a:lnTo>
                <a:cubicBezTo>
                  <a:pt x="9133575" y="594395"/>
                  <a:pt x="9087390" y="636567"/>
                  <a:pt x="9078556" y="644039"/>
                </a:cubicBezTo>
                <a:lnTo>
                  <a:pt x="8996399" y="690055"/>
                </a:lnTo>
                <a:cubicBezTo>
                  <a:pt x="8913147" y="777045"/>
                  <a:pt x="8867993" y="772591"/>
                  <a:pt x="8803791" y="813860"/>
                </a:cubicBezTo>
                <a:cubicBezTo>
                  <a:pt x="8745270" y="819906"/>
                  <a:pt x="8690049" y="823612"/>
                  <a:pt x="8636202" y="848463"/>
                </a:cubicBezTo>
                <a:cubicBezTo>
                  <a:pt x="8594799" y="860014"/>
                  <a:pt x="8568613" y="864779"/>
                  <a:pt x="8555372" y="883171"/>
                </a:cubicBezTo>
                <a:lnTo>
                  <a:pt x="8507229" y="901665"/>
                </a:lnTo>
                <a:lnTo>
                  <a:pt x="8428473" y="927985"/>
                </a:lnTo>
                <a:cubicBezTo>
                  <a:pt x="8428287" y="929817"/>
                  <a:pt x="8428100" y="931648"/>
                  <a:pt x="8427914" y="933480"/>
                </a:cubicBezTo>
                <a:lnTo>
                  <a:pt x="8420327" y="941984"/>
                </a:lnTo>
                <a:lnTo>
                  <a:pt x="8394729" y="948347"/>
                </a:lnTo>
                <a:lnTo>
                  <a:pt x="8380548" y="987916"/>
                </a:lnTo>
                <a:lnTo>
                  <a:pt x="8375330" y="965444"/>
                </a:lnTo>
                <a:cubicBezTo>
                  <a:pt x="8372375" y="964202"/>
                  <a:pt x="8344433" y="977378"/>
                  <a:pt x="8340796" y="980522"/>
                </a:cubicBezTo>
                <a:cubicBezTo>
                  <a:pt x="8328292" y="982128"/>
                  <a:pt x="8319237" y="991089"/>
                  <a:pt x="8304438" y="996739"/>
                </a:cubicBezTo>
                <a:cubicBezTo>
                  <a:pt x="8297193" y="1005683"/>
                  <a:pt x="8289328" y="1014568"/>
                  <a:pt x="8280929" y="1023089"/>
                </a:cubicBezTo>
                <a:lnTo>
                  <a:pt x="8275760" y="1027772"/>
                </a:lnTo>
                <a:lnTo>
                  <a:pt x="8275478" y="1027605"/>
                </a:lnTo>
                <a:cubicBezTo>
                  <a:pt x="8273970" y="1028076"/>
                  <a:pt x="8251461" y="1029408"/>
                  <a:pt x="8249003" y="1032033"/>
                </a:cubicBezTo>
                <a:lnTo>
                  <a:pt x="8203836" y="1037347"/>
                </a:lnTo>
                <a:cubicBezTo>
                  <a:pt x="8172789" y="1049890"/>
                  <a:pt x="8148166" y="1034625"/>
                  <a:pt x="8122936" y="1063113"/>
                </a:cubicBezTo>
                <a:cubicBezTo>
                  <a:pt x="8093850" y="1074757"/>
                  <a:pt x="8066781" y="1075350"/>
                  <a:pt x="8043658" y="1092746"/>
                </a:cubicBezTo>
                <a:cubicBezTo>
                  <a:pt x="8032157" y="1089174"/>
                  <a:pt x="8022145" y="1089998"/>
                  <a:pt x="8015351" y="1105478"/>
                </a:cubicBezTo>
                <a:cubicBezTo>
                  <a:pt x="7987544" y="1113006"/>
                  <a:pt x="7977708" y="1099152"/>
                  <a:pt x="7963145" y="1119346"/>
                </a:cubicBezTo>
                <a:cubicBezTo>
                  <a:pt x="7942622" y="1098880"/>
                  <a:pt x="7943760" y="1109516"/>
                  <a:pt x="7938145" y="1120225"/>
                </a:cubicBezTo>
                <a:lnTo>
                  <a:pt x="7937238" y="1121204"/>
                </a:lnTo>
                <a:lnTo>
                  <a:pt x="7934398" y="1118240"/>
                </a:lnTo>
                <a:lnTo>
                  <a:pt x="7918248" y="1124371"/>
                </a:lnTo>
                <a:lnTo>
                  <a:pt x="7914119" y="1127653"/>
                </a:lnTo>
                <a:cubicBezTo>
                  <a:pt x="7911201" y="1129547"/>
                  <a:pt x="7909169" y="1130331"/>
                  <a:pt x="7907658" y="1130350"/>
                </a:cubicBezTo>
                <a:lnTo>
                  <a:pt x="7907434" y="1130103"/>
                </a:lnTo>
                <a:lnTo>
                  <a:pt x="7901508" y="1133245"/>
                </a:lnTo>
                <a:cubicBezTo>
                  <a:pt x="7891644" y="1139271"/>
                  <a:pt x="7882185" y="1145815"/>
                  <a:pt x="7873287" y="1152609"/>
                </a:cubicBezTo>
                <a:cubicBezTo>
                  <a:pt x="7864672" y="1141906"/>
                  <a:pt x="7845199" y="1159242"/>
                  <a:pt x="7834833" y="1153868"/>
                </a:cubicBezTo>
                <a:lnTo>
                  <a:pt x="7828661" y="1139994"/>
                </a:lnTo>
                <a:lnTo>
                  <a:pt x="7823966" y="1143178"/>
                </a:lnTo>
                <a:lnTo>
                  <a:pt x="7815078" y="1151776"/>
                </a:lnTo>
                <a:cubicBezTo>
                  <a:pt x="7813692" y="1152943"/>
                  <a:pt x="7812687" y="1153116"/>
                  <a:pt x="7812026" y="1151522"/>
                </a:cubicBezTo>
                <a:cubicBezTo>
                  <a:pt x="7806555" y="1153054"/>
                  <a:pt x="7788673" y="1159989"/>
                  <a:pt x="7782249" y="1160970"/>
                </a:cubicBezTo>
                <a:lnTo>
                  <a:pt x="7773476" y="1157414"/>
                </a:lnTo>
                <a:lnTo>
                  <a:pt x="7769600" y="1157365"/>
                </a:lnTo>
                <a:lnTo>
                  <a:pt x="7752631" y="1172815"/>
                </a:lnTo>
                <a:lnTo>
                  <a:pt x="7739392" y="1192062"/>
                </a:lnTo>
                <a:lnTo>
                  <a:pt x="7677677" y="1216394"/>
                </a:lnTo>
                <a:lnTo>
                  <a:pt x="7586920" y="1261888"/>
                </a:lnTo>
                <a:cubicBezTo>
                  <a:pt x="7556723" y="1298911"/>
                  <a:pt x="7489187" y="1284518"/>
                  <a:pt x="7486100" y="1292563"/>
                </a:cubicBezTo>
                <a:cubicBezTo>
                  <a:pt x="7454875" y="1308356"/>
                  <a:pt x="7453335" y="1326361"/>
                  <a:pt x="7411323" y="1340732"/>
                </a:cubicBezTo>
                <a:cubicBezTo>
                  <a:pt x="7372519" y="1390006"/>
                  <a:pt x="7288617" y="1403664"/>
                  <a:pt x="7240698" y="1438832"/>
                </a:cubicBezTo>
                <a:cubicBezTo>
                  <a:pt x="7206467" y="1417136"/>
                  <a:pt x="7227555" y="1441678"/>
                  <a:pt x="7197675" y="1447530"/>
                </a:cubicBezTo>
                <a:cubicBezTo>
                  <a:pt x="7211601" y="1474927"/>
                  <a:pt x="7159483" y="1444981"/>
                  <a:pt x="7164788" y="1480293"/>
                </a:cubicBezTo>
                <a:cubicBezTo>
                  <a:pt x="7159184" y="1480240"/>
                  <a:pt x="7153584" y="1479075"/>
                  <a:pt x="7147929" y="1477641"/>
                </a:cubicBezTo>
                <a:lnTo>
                  <a:pt x="7144965" y="1476908"/>
                </a:lnTo>
                <a:lnTo>
                  <a:pt x="7134299" y="1479969"/>
                </a:lnTo>
                <a:lnTo>
                  <a:pt x="7129809" y="1473339"/>
                </a:lnTo>
                <a:lnTo>
                  <a:pt x="7112688" y="1472575"/>
                </a:lnTo>
                <a:cubicBezTo>
                  <a:pt x="7106506" y="1473449"/>
                  <a:pt x="7100123" y="1475741"/>
                  <a:pt x="7093470" y="1480300"/>
                </a:cubicBezTo>
                <a:cubicBezTo>
                  <a:pt x="7079039" y="1501274"/>
                  <a:pt x="7048991" y="1495718"/>
                  <a:pt x="7025034" y="1506934"/>
                </a:cubicBezTo>
                <a:lnTo>
                  <a:pt x="7014783" y="1515868"/>
                </a:lnTo>
                <a:lnTo>
                  <a:pt x="6979706" y="1523511"/>
                </a:lnTo>
                <a:lnTo>
                  <a:pt x="6977890" y="1525793"/>
                </a:lnTo>
                <a:cubicBezTo>
                  <a:pt x="6971996" y="1527914"/>
                  <a:pt x="6959488" y="1529941"/>
                  <a:pt x="6944339" y="1536237"/>
                </a:cubicBezTo>
                <a:lnTo>
                  <a:pt x="6886996" y="1563569"/>
                </a:lnTo>
                <a:lnTo>
                  <a:pt x="6874510" y="1558469"/>
                </a:lnTo>
                <a:lnTo>
                  <a:pt x="6871943" y="1554651"/>
                </a:lnTo>
                <a:lnTo>
                  <a:pt x="6856174" y="1562024"/>
                </a:lnTo>
                <a:lnTo>
                  <a:pt x="6842321" y="1560554"/>
                </a:lnTo>
                <a:lnTo>
                  <a:pt x="6832713" y="1569357"/>
                </a:lnTo>
                <a:lnTo>
                  <a:pt x="6816351" y="1571495"/>
                </a:lnTo>
                <a:cubicBezTo>
                  <a:pt x="6810216" y="1571510"/>
                  <a:pt x="6803310" y="1571324"/>
                  <a:pt x="6795800" y="1572010"/>
                </a:cubicBezTo>
                <a:lnTo>
                  <a:pt x="6777546" y="1568661"/>
                </a:lnTo>
                <a:lnTo>
                  <a:pt x="6751528" y="1574143"/>
                </a:lnTo>
                <a:cubicBezTo>
                  <a:pt x="6731455" y="1578562"/>
                  <a:pt x="6712054" y="1582098"/>
                  <a:pt x="6691966" y="1582255"/>
                </a:cubicBezTo>
                <a:cubicBezTo>
                  <a:pt x="6677921" y="1590738"/>
                  <a:pt x="6663787" y="1595441"/>
                  <a:pt x="6646941" y="1588471"/>
                </a:cubicBezTo>
                <a:cubicBezTo>
                  <a:pt x="6605135" y="1597971"/>
                  <a:pt x="6598373" y="1612583"/>
                  <a:pt x="6568576" y="1606488"/>
                </a:cubicBezTo>
                <a:cubicBezTo>
                  <a:pt x="6562510" y="1614734"/>
                  <a:pt x="6558067" y="1619360"/>
                  <a:pt x="6554358" y="1621701"/>
                </a:cubicBezTo>
                <a:cubicBezTo>
                  <a:pt x="6543227" y="1628727"/>
                  <a:pt x="6538724" y="1615196"/>
                  <a:pt x="6516968" y="1617195"/>
                </a:cubicBezTo>
                <a:cubicBezTo>
                  <a:pt x="6493173" y="1617368"/>
                  <a:pt x="6528193" y="1598652"/>
                  <a:pt x="6506479" y="1602227"/>
                </a:cubicBezTo>
                <a:cubicBezTo>
                  <a:pt x="6486674" y="1613929"/>
                  <a:pt x="6478484" y="1593997"/>
                  <a:pt x="6458436" y="1607332"/>
                </a:cubicBezTo>
                <a:cubicBezTo>
                  <a:pt x="6471168" y="1620800"/>
                  <a:pt x="6410323" y="1615478"/>
                  <a:pt x="6414786" y="1628815"/>
                </a:cubicBezTo>
                <a:cubicBezTo>
                  <a:pt x="6385942" y="1615041"/>
                  <a:pt x="6386569" y="1640238"/>
                  <a:pt x="6357085" y="1640846"/>
                </a:cubicBezTo>
                <a:cubicBezTo>
                  <a:pt x="6341163" y="1636809"/>
                  <a:pt x="6331497" y="1637754"/>
                  <a:pt x="6322636" y="1648213"/>
                </a:cubicBezTo>
                <a:cubicBezTo>
                  <a:pt x="6248448" y="1627802"/>
                  <a:pt x="6286748" y="1654976"/>
                  <a:pt x="6226172" y="1654676"/>
                </a:cubicBezTo>
                <a:lnTo>
                  <a:pt x="6221217" y="1654506"/>
                </a:lnTo>
                <a:lnTo>
                  <a:pt x="6204956" y="1664280"/>
                </a:lnTo>
                <a:cubicBezTo>
                  <a:pt x="6204728" y="1665114"/>
                  <a:pt x="6204498" y="1665947"/>
                  <a:pt x="6204270" y="1666782"/>
                </a:cubicBezTo>
                <a:lnTo>
                  <a:pt x="6143810" y="1661963"/>
                </a:lnTo>
                <a:lnTo>
                  <a:pt x="6136560" y="1665728"/>
                </a:lnTo>
                <a:lnTo>
                  <a:pt x="6096155" y="1656951"/>
                </a:lnTo>
                <a:lnTo>
                  <a:pt x="6075812" y="1655422"/>
                </a:lnTo>
                <a:lnTo>
                  <a:pt x="6039495" y="1649680"/>
                </a:lnTo>
                <a:lnTo>
                  <a:pt x="6036523" y="1652121"/>
                </a:lnTo>
                <a:lnTo>
                  <a:pt x="6029328" y="1649904"/>
                </a:lnTo>
                <a:lnTo>
                  <a:pt x="6024075" y="1652779"/>
                </a:lnTo>
                <a:lnTo>
                  <a:pt x="6018085" y="1652030"/>
                </a:lnTo>
                <a:cubicBezTo>
                  <a:pt x="6006658" y="1653831"/>
                  <a:pt x="5968194" y="1662035"/>
                  <a:pt x="5955513" y="1663584"/>
                </a:cubicBezTo>
                <a:lnTo>
                  <a:pt x="5941996" y="1661326"/>
                </a:lnTo>
                <a:lnTo>
                  <a:pt x="5931789" y="1669915"/>
                </a:lnTo>
                <a:lnTo>
                  <a:pt x="5888686" y="1672175"/>
                </a:lnTo>
                <a:lnTo>
                  <a:pt x="5873794" y="1665454"/>
                </a:lnTo>
                <a:lnTo>
                  <a:pt x="5860022" y="1660635"/>
                </a:lnTo>
                <a:lnTo>
                  <a:pt x="5858237" y="1660649"/>
                </a:lnTo>
                <a:lnTo>
                  <a:pt x="5840319" y="1660798"/>
                </a:lnTo>
                <a:lnTo>
                  <a:pt x="5806984" y="1661075"/>
                </a:lnTo>
                <a:cubicBezTo>
                  <a:pt x="5785708" y="1661533"/>
                  <a:pt x="5764126" y="1662974"/>
                  <a:pt x="5742351" y="1667489"/>
                </a:cubicBezTo>
                <a:cubicBezTo>
                  <a:pt x="5659069" y="1645168"/>
                  <a:pt x="5615134" y="1706361"/>
                  <a:pt x="5521171" y="1671626"/>
                </a:cubicBezTo>
                <a:cubicBezTo>
                  <a:pt x="5491803" y="1671296"/>
                  <a:pt x="5498089" y="1662666"/>
                  <a:pt x="5457384" y="1683952"/>
                </a:cubicBezTo>
                <a:cubicBezTo>
                  <a:pt x="5356959" y="1699287"/>
                  <a:pt x="5078905" y="1774579"/>
                  <a:pt x="4950070" y="1748401"/>
                </a:cubicBezTo>
                <a:cubicBezTo>
                  <a:pt x="4918276" y="1752255"/>
                  <a:pt x="4891043" y="1756936"/>
                  <a:pt x="4872172" y="1757222"/>
                </a:cubicBezTo>
                <a:lnTo>
                  <a:pt x="4809524" y="1761033"/>
                </a:lnTo>
                <a:cubicBezTo>
                  <a:pt x="4791324" y="1772975"/>
                  <a:pt x="4777258" y="1754591"/>
                  <a:pt x="4759058" y="1766533"/>
                </a:cubicBezTo>
                <a:cubicBezTo>
                  <a:pt x="4747481" y="1770744"/>
                  <a:pt x="4734604" y="1772921"/>
                  <a:pt x="4719749" y="1771811"/>
                </a:cubicBezTo>
                <a:cubicBezTo>
                  <a:pt x="4671168" y="1780243"/>
                  <a:pt x="4634134" y="1775931"/>
                  <a:pt x="4568686" y="1786141"/>
                </a:cubicBezTo>
                <a:cubicBezTo>
                  <a:pt x="4544667" y="1777910"/>
                  <a:pt x="4432547" y="1778168"/>
                  <a:pt x="4418751" y="1796932"/>
                </a:cubicBezTo>
                <a:cubicBezTo>
                  <a:pt x="4403360" y="1801488"/>
                  <a:pt x="4385278" y="1795746"/>
                  <a:pt x="4378377" y="1815528"/>
                </a:cubicBezTo>
                <a:cubicBezTo>
                  <a:pt x="4366870" y="1839461"/>
                  <a:pt x="4337372" y="1814003"/>
                  <a:pt x="4320575" y="1832722"/>
                </a:cubicBezTo>
                <a:cubicBezTo>
                  <a:pt x="4277898" y="1857053"/>
                  <a:pt x="4243945" y="1846759"/>
                  <a:pt x="4211935" y="1860177"/>
                </a:cubicBezTo>
                <a:cubicBezTo>
                  <a:pt x="4181519" y="1859584"/>
                  <a:pt x="4171342" y="1859762"/>
                  <a:pt x="4101228" y="1868717"/>
                </a:cubicBezTo>
                <a:cubicBezTo>
                  <a:pt x="4080159" y="1876188"/>
                  <a:pt x="4039427" y="1877381"/>
                  <a:pt x="3973223" y="1881015"/>
                </a:cubicBezTo>
                <a:cubicBezTo>
                  <a:pt x="3971330" y="1884974"/>
                  <a:pt x="3952843" y="1879225"/>
                  <a:pt x="3900992" y="1880603"/>
                </a:cubicBezTo>
                <a:cubicBezTo>
                  <a:pt x="3849141" y="1881981"/>
                  <a:pt x="3740060" y="1895686"/>
                  <a:pt x="3662119" y="1889285"/>
                </a:cubicBezTo>
                <a:cubicBezTo>
                  <a:pt x="3565155" y="1881322"/>
                  <a:pt x="3613412" y="1915150"/>
                  <a:pt x="3496919" y="1873180"/>
                </a:cubicBezTo>
                <a:cubicBezTo>
                  <a:pt x="3488062" y="1895719"/>
                  <a:pt x="3474293" y="1876288"/>
                  <a:pt x="3449433" y="1889681"/>
                </a:cubicBezTo>
                <a:cubicBezTo>
                  <a:pt x="3406553" y="1891629"/>
                  <a:pt x="3413217" y="1897797"/>
                  <a:pt x="3369766" y="1916653"/>
                </a:cubicBezTo>
                <a:cubicBezTo>
                  <a:pt x="3338805" y="1929531"/>
                  <a:pt x="3289487" y="1928617"/>
                  <a:pt x="3269672" y="1938036"/>
                </a:cubicBezTo>
                <a:lnTo>
                  <a:pt x="3224897" y="1943733"/>
                </a:lnTo>
                <a:cubicBezTo>
                  <a:pt x="3188693" y="1949271"/>
                  <a:pt x="3178540" y="1909145"/>
                  <a:pt x="3161463" y="1946591"/>
                </a:cubicBezTo>
                <a:lnTo>
                  <a:pt x="3112044" y="1935614"/>
                </a:lnTo>
                <a:lnTo>
                  <a:pt x="3069716" y="1930463"/>
                </a:lnTo>
                <a:cubicBezTo>
                  <a:pt x="3049937" y="1924285"/>
                  <a:pt x="3047816" y="1925644"/>
                  <a:pt x="3005773" y="1915878"/>
                </a:cubicBezTo>
                <a:cubicBezTo>
                  <a:pt x="2978838" y="1921092"/>
                  <a:pt x="2967972" y="1927319"/>
                  <a:pt x="2897201" y="1926772"/>
                </a:cubicBezTo>
                <a:lnTo>
                  <a:pt x="2783891" y="1931749"/>
                </a:lnTo>
                <a:cubicBezTo>
                  <a:pt x="2753098" y="1932794"/>
                  <a:pt x="2731621" y="1915151"/>
                  <a:pt x="2712447" y="1933044"/>
                </a:cubicBezTo>
                <a:cubicBezTo>
                  <a:pt x="2621923" y="1990472"/>
                  <a:pt x="2637976" y="1949546"/>
                  <a:pt x="2560151" y="1963609"/>
                </a:cubicBezTo>
                <a:cubicBezTo>
                  <a:pt x="2472084" y="1973456"/>
                  <a:pt x="2423631" y="1962133"/>
                  <a:pt x="2367221" y="1971884"/>
                </a:cubicBezTo>
                <a:cubicBezTo>
                  <a:pt x="2355331" y="1950582"/>
                  <a:pt x="2295649" y="1950006"/>
                  <a:pt x="2272130" y="1961162"/>
                </a:cubicBezTo>
                <a:cubicBezTo>
                  <a:pt x="2229336" y="1964326"/>
                  <a:pt x="2232627" y="1943953"/>
                  <a:pt x="2189404" y="1978172"/>
                </a:cubicBezTo>
                <a:cubicBezTo>
                  <a:pt x="2153824" y="1968017"/>
                  <a:pt x="2114605" y="1969166"/>
                  <a:pt x="2077704" y="1965002"/>
                </a:cubicBezTo>
                <a:cubicBezTo>
                  <a:pt x="2053064" y="1962036"/>
                  <a:pt x="2051584" y="1971011"/>
                  <a:pt x="2033299" y="1969042"/>
                </a:cubicBezTo>
                <a:cubicBezTo>
                  <a:pt x="2015014" y="1967073"/>
                  <a:pt x="1998956" y="1958903"/>
                  <a:pt x="1967996" y="1953187"/>
                </a:cubicBezTo>
                <a:cubicBezTo>
                  <a:pt x="1924117" y="1970917"/>
                  <a:pt x="1915668" y="1940297"/>
                  <a:pt x="1855805" y="1926082"/>
                </a:cubicBezTo>
                <a:cubicBezTo>
                  <a:pt x="1830663" y="1943732"/>
                  <a:pt x="1810564" y="1935694"/>
                  <a:pt x="1790957" y="1919460"/>
                </a:cubicBezTo>
                <a:cubicBezTo>
                  <a:pt x="1732588" y="1924884"/>
                  <a:pt x="1679506" y="1900619"/>
                  <a:pt x="1613978" y="1891581"/>
                </a:cubicBezTo>
                <a:cubicBezTo>
                  <a:pt x="1542961" y="1912227"/>
                  <a:pt x="1506863" y="1865666"/>
                  <a:pt x="1436831" y="1856201"/>
                </a:cubicBezTo>
                <a:cubicBezTo>
                  <a:pt x="1409149" y="1862955"/>
                  <a:pt x="1416370" y="1829853"/>
                  <a:pt x="1357365" y="1832140"/>
                </a:cubicBezTo>
                <a:cubicBezTo>
                  <a:pt x="1285880" y="1811785"/>
                  <a:pt x="1273193" y="1786872"/>
                  <a:pt x="1232341" y="1785942"/>
                </a:cubicBezTo>
                <a:cubicBezTo>
                  <a:pt x="1223903" y="1792798"/>
                  <a:pt x="1160576" y="1793911"/>
                  <a:pt x="1162595" y="1784330"/>
                </a:cubicBezTo>
                <a:cubicBezTo>
                  <a:pt x="1153167" y="1787110"/>
                  <a:pt x="1122206" y="1805077"/>
                  <a:pt x="1120257" y="1789615"/>
                </a:cubicBezTo>
                <a:cubicBezTo>
                  <a:pt x="1073149" y="1786750"/>
                  <a:pt x="1034361" y="1768718"/>
                  <a:pt x="991903" y="1786741"/>
                </a:cubicBezTo>
                <a:cubicBezTo>
                  <a:pt x="966383" y="1781126"/>
                  <a:pt x="949501" y="1800915"/>
                  <a:pt x="883960" y="1809389"/>
                </a:cubicBezTo>
                <a:cubicBezTo>
                  <a:pt x="836064" y="1808194"/>
                  <a:pt x="826980" y="1826610"/>
                  <a:pt x="766531" y="1805053"/>
                </a:cubicBezTo>
                <a:cubicBezTo>
                  <a:pt x="732778" y="1801141"/>
                  <a:pt x="694055" y="1787044"/>
                  <a:pt x="669779" y="1800537"/>
                </a:cubicBezTo>
                <a:cubicBezTo>
                  <a:pt x="645252" y="1794709"/>
                  <a:pt x="563495" y="1813232"/>
                  <a:pt x="523898" y="1811085"/>
                </a:cubicBezTo>
                <a:cubicBezTo>
                  <a:pt x="457555" y="1798530"/>
                  <a:pt x="395227" y="1824052"/>
                  <a:pt x="360251" y="1830735"/>
                </a:cubicBezTo>
                <a:cubicBezTo>
                  <a:pt x="313564" y="1825583"/>
                  <a:pt x="298281" y="1811622"/>
                  <a:pt x="255207" y="1818275"/>
                </a:cubicBezTo>
                <a:cubicBezTo>
                  <a:pt x="206572" y="1839769"/>
                  <a:pt x="160277" y="1836800"/>
                  <a:pt x="101803" y="1870647"/>
                </a:cubicBezTo>
                <a:cubicBezTo>
                  <a:pt x="85849" y="1910002"/>
                  <a:pt x="27997" y="1845258"/>
                  <a:pt x="25397" y="1888443"/>
                </a:cubicBezTo>
                <a:cubicBezTo>
                  <a:pt x="19096" y="1881154"/>
                  <a:pt x="11260" y="1878398"/>
                  <a:pt x="2370" y="1878311"/>
                </a:cubicBezTo>
                <a:lnTo>
                  <a:pt x="0" y="1878785"/>
                </a:lnTo>
                <a:lnTo>
                  <a:pt x="0" y="0"/>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A0452B31-6B49-EA4F-E964-9864FEA197B0}"/>
              </a:ext>
            </a:extLst>
          </p:cNvPr>
          <p:cNvSpPr>
            <a:spLocks noGrp="1"/>
          </p:cNvSpPr>
          <p:nvPr>
            <p:ph type="title"/>
          </p:nvPr>
        </p:nvSpPr>
        <p:spPr>
          <a:xfrm>
            <a:off x="425825" y="368159"/>
            <a:ext cx="4696782" cy="1330841"/>
          </a:xfrm>
        </p:spPr>
        <p:txBody>
          <a:bodyPr vert="horz" lIns="91440" tIns="45720" rIns="91440" bIns="45720" rtlCol="0" anchor="ctr">
            <a:normAutofit/>
          </a:bodyPr>
          <a:lstStyle/>
          <a:p>
            <a:r>
              <a:rPr lang="en-US" kern="1200" dirty="0">
                <a:solidFill>
                  <a:schemeClr val="tx1"/>
                </a:solidFill>
                <a:latin typeface="+mj-lt"/>
                <a:ea typeface="+mj-ea"/>
                <a:cs typeface="+mj-cs"/>
              </a:rPr>
              <a:t>Keyword Search</a:t>
            </a:r>
          </a:p>
        </p:txBody>
      </p:sp>
      <p:sp>
        <p:nvSpPr>
          <p:cNvPr id="14" name="Freeform: Shape 13">
            <a:extLst>
              <a:ext uri="{FF2B5EF4-FFF2-40B4-BE49-F238E27FC236}">
                <a16:creationId xmlns:a16="http://schemas.microsoft.com/office/drawing/2014/main" id="{9A0D773F-7A7D-4DBB-9DEA-86BB8B8F4BC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5381624" y="6209414"/>
            <a:ext cx="6810375" cy="648586"/>
          </a:xfrm>
          <a:custGeom>
            <a:avLst/>
            <a:gdLst>
              <a:gd name="connsiteX0" fmla="*/ 0 w 10753706"/>
              <a:gd name="connsiteY0" fmla="*/ 0 h 1027260"/>
              <a:gd name="connsiteX1" fmla="*/ 10753706 w 10753706"/>
              <a:gd name="connsiteY1" fmla="*/ 0 h 1027260"/>
              <a:gd name="connsiteX2" fmla="*/ 10748809 w 10753706"/>
              <a:gd name="connsiteY2" fmla="*/ 2522 h 1027260"/>
              <a:gd name="connsiteX3" fmla="*/ 10725330 w 10753706"/>
              <a:gd name="connsiteY3" fmla="*/ 11977 h 1027260"/>
              <a:gd name="connsiteX4" fmla="*/ 10615423 w 10753706"/>
              <a:gd name="connsiteY4" fmla="*/ 52967 h 1027260"/>
              <a:gd name="connsiteX5" fmla="*/ 10533936 w 10753706"/>
              <a:gd name="connsiteY5" fmla="*/ 53095 h 1027260"/>
              <a:gd name="connsiteX6" fmla="*/ 10466876 w 10753706"/>
              <a:gd name="connsiteY6" fmla="*/ 45180 h 1027260"/>
              <a:gd name="connsiteX7" fmla="*/ 10355090 w 10753706"/>
              <a:gd name="connsiteY7" fmla="*/ 89741 h 1027260"/>
              <a:gd name="connsiteX8" fmla="*/ 10087145 w 10753706"/>
              <a:gd name="connsiteY8" fmla="*/ 66115 h 1027260"/>
              <a:gd name="connsiteX9" fmla="*/ 10015902 w 10753706"/>
              <a:gd name="connsiteY9" fmla="*/ 76178 h 1027260"/>
              <a:gd name="connsiteX10" fmla="*/ 9806005 w 10753706"/>
              <a:gd name="connsiteY10" fmla="*/ 102435 h 1027260"/>
              <a:gd name="connsiteX11" fmla="*/ 9602583 w 10753706"/>
              <a:gd name="connsiteY11" fmla="*/ 179170 h 1027260"/>
              <a:gd name="connsiteX12" fmla="*/ 9469719 w 10753706"/>
              <a:gd name="connsiteY12" fmla="*/ 174721 h 1027260"/>
              <a:gd name="connsiteX13" fmla="*/ 9408692 w 10753706"/>
              <a:gd name="connsiteY13" fmla="*/ 189513 h 1027260"/>
              <a:gd name="connsiteX14" fmla="*/ 9364151 w 10753706"/>
              <a:gd name="connsiteY14" fmla="*/ 194072 h 1027260"/>
              <a:gd name="connsiteX15" fmla="*/ 9337751 w 10753706"/>
              <a:gd name="connsiteY15" fmla="*/ 197579 h 1027260"/>
              <a:gd name="connsiteX16" fmla="*/ 9297166 w 10753706"/>
              <a:gd name="connsiteY16" fmla="*/ 216558 h 1027260"/>
              <a:gd name="connsiteX17" fmla="*/ 9123859 w 10753706"/>
              <a:gd name="connsiteY17" fmla="*/ 237356 h 1027260"/>
              <a:gd name="connsiteX18" fmla="*/ 8950741 w 10753706"/>
              <a:gd name="connsiteY18" fmla="*/ 238020 h 1027260"/>
              <a:gd name="connsiteX19" fmla="*/ 8718236 w 10753706"/>
              <a:gd name="connsiteY19" fmla="*/ 303148 h 1027260"/>
              <a:gd name="connsiteX20" fmla="*/ 8694011 w 10753706"/>
              <a:gd name="connsiteY20" fmla="*/ 308812 h 1027260"/>
              <a:gd name="connsiteX21" fmla="*/ 8611976 w 10753706"/>
              <a:gd name="connsiteY21" fmla="*/ 324819 h 1027260"/>
              <a:gd name="connsiteX22" fmla="*/ 8562074 w 10753706"/>
              <a:gd name="connsiteY22" fmla="*/ 337971 h 1027260"/>
              <a:gd name="connsiteX23" fmla="*/ 8501724 w 10753706"/>
              <a:gd name="connsiteY23" fmla="*/ 360865 h 1027260"/>
              <a:gd name="connsiteX24" fmla="*/ 8504489 w 10753706"/>
              <a:gd name="connsiteY24" fmla="*/ 364790 h 1027260"/>
              <a:gd name="connsiteX25" fmla="*/ 8492774 w 10753706"/>
              <a:gd name="connsiteY25" fmla="*/ 366181 h 1027260"/>
              <a:gd name="connsiteX26" fmla="*/ 8466405 w 10753706"/>
              <a:gd name="connsiteY26" fmla="*/ 368724 h 1027260"/>
              <a:gd name="connsiteX27" fmla="*/ 8427069 w 10753706"/>
              <a:gd name="connsiteY27" fmla="*/ 387211 h 1027260"/>
              <a:gd name="connsiteX28" fmla="*/ 8387766 w 10753706"/>
              <a:gd name="connsiteY28" fmla="*/ 377161 h 1027260"/>
              <a:gd name="connsiteX29" fmla="*/ 8315874 w 10753706"/>
              <a:gd name="connsiteY29" fmla="*/ 395527 h 1027260"/>
              <a:gd name="connsiteX30" fmla="*/ 8274474 w 10753706"/>
              <a:gd name="connsiteY30" fmla="*/ 405112 h 1027260"/>
              <a:gd name="connsiteX31" fmla="*/ 8234664 w 10753706"/>
              <a:gd name="connsiteY31" fmla="*/ 410219 h 1027260"/>
              <a:gd name="connsiteX32" fmla="*/ 8211268 w 10753706"/>
              <a:gd name="connsiteY32" fmla="*/ 416791 h 1027260"/>
              <a:gd name="connsiteX33" fmla="*/ 8188615 w 10753706"/>
              <a:gd name="connsiteY33" fmla="*/ 421755 h 1027260"/>
              <a:gd name="connsiteX34" fmla="*/ 8179981 w 10753706"/>
              <a:gd name="connsiteY34" fmla="*/ 420402 h 1027260"/>
              <a:gd name="connsiteX35" fmla="*/ 8179307 w 10753706"/>
              <a:gd name="connsiteY35" fmla="*/ 422516 h 1027260"/>
              <a:gd name="connsiteX36" fmla="*/ 8147929 w 10753706"/>
              <a:gd name="connsiteY36" fmla="*/ 450302 h 1027260"/>
              <a:gd name="connsiteX37" fmla="*/ 8089136 w 10753706"/>
              <a:gd name="connsiteY37" fmla="*/ 465283 h 1027260"/>
              <a:gd name="connsiteX38" fmla="*/ 8049973 w 10753706"/>
              <a:gd name="connsiteY38" fmla="*/ 454121 h 1027260"/>
              <a:gd name="connsiteX39" fmla="*/ 7965913 w 10753706"/>
              <a:gd name="connsiteY39" fmla="*/ 464415 h 1027260"/>
              <a:gd name="connsiteX40" fmla="*/ 7945093 w 10753706"/>
              <a:gd name="connsiteY40" fmla="*/ 464798 h 1027260"/>
              <a:gd name="connsiteX41" fmla="*/ 7935335 w 10753706"/>
              <a:gd name="connsiteY41" fmla="*/ 462442 h 1027260"/>
              <a:gd name="connsiteX42" fmla="*/ 7904779 w 10753706"/>
              <a:gd name="connsiteY42" fmla="*/ 471429 h 1027260"/>
              <a:gd name="connsiteX43" fmla="*/ 7855604 w 10753706"/>
              <a:gd name="connsiteY43" fmla="*/ 480199 h 1027260"/>
              <a:gd name="connsiteX44" fmla="*/ 7832630 w 10753706"/>
              <a:gd name="connsiteY44" fmla="*/ 485371 h 1027260"/>
              <a:gd name="connsiteX45" fmla="*/ 7812438 w 10753706"/>
              <a:gd name="connsiteY45" fmla="*/ 485391 h 1027260"/>
              <a:gd name="connsiteX46" fmla="*/ 7701399 w 10753706"/>
              <a:gd name="connsiteY46" fmla="*/ 495197 h 1027260"/>
              <a:gd name="connsiteX47" fmla="*/ 7674778 w 10753706"/>
              <a:gd name="connsiteY47" fmla="*/ 494723 h 1027260"/>
              <a:gd name="connsiteX48" fmla="*/ 7660445 w 10753706"/>
              <a:gd name="connsiteY48" fmla="*/ 490194 h 1027260"/>
              <a:gd name="connsiteX49" fmla="*/ 7651781 w 10753706"/>
              <a:gd name="connsiteY49" fmla="*/ 493084 h 1027260"/>
              <a:gd name="connsiteX50" fmla="*/ 7584807 w 10753706"/>
              <a:gd name="connsiteY50" fmla="*/ 499490 h 1027260"/>
              <a:gd name="connsiteX51" fmla="*/ 7541324 w 10753706"/>
              <a:gd name="connsiteY51" fmla="*/ 504184 h 1027260"/>
              <a:gd name="connsiteX52" fmla="*/ 7541756 w 10753706"/>
              <a:gd name="connsiteY52" fmla="*/ 512184 h 1027260"/>
              <a:gd name="connsiteX53" fmla="*/ 7503906 w 10753706"/>
              <a:gd name="connsiteY53" fmla="*/ 518551 h 1027260"/>
              <a:gd name="connsiteX54" fmla="*/ 7460411 w 10753706"/>
              <a:gd name="connsiteY54" fmla="*/ 517415 h 1027260"/>
              <a:gd name="connsiteX55" fmla="*/ 7460116 w 10753706"/>
              <a:gd name="connsiteY55" fmla="*/ 517548 h 1027260"/>
              <a:gd name="connsiteX56" fmla="*/ 7297810 w 10753706"/>
              <a:gd name="connsiteY56" fmla="*/ 563947 h 1027260"/>
              <a:gd name="connsiteX57" fmla="*/ 6946388 w 10753706"/>
              <a:gd name="connsiteY57" fmla="*/ 665244 h 1027260"/>
              <a:gd name="connsiteX58" fmla="*/ 6741704 w 10753706"/>
              <a:gd name="connsiteY58" fmla="*/ 679365 h 1027260"/>
              <a:gd name="connsiteX59" fmla="*/ 6624680 w 10753706"/>
              <a:gd name="connsiteY59" fmla="*/ 677674 h 1027260"/>
              <a:gd name="connsiteX60" fmla="*/ 6605700 w 10753706"/>
              <a:gd name="connsiteY60" fmla="*/ 683566 h 1027260"/>
              <a:gd name="connsiteX61" fmla="*/ 6576922 w 10753706"/>
              <a:gd name="connsiteY61" fmla="*/ 683030 h 1027260"/>
              <a:gd name="connsiteX62" fmla="*/ 6405123 w 10753706"/>
              <a:gd name="connsiteY62" fmla="*/ 721946 h 1027260"/>
              <a:gd name="connsiteX63" fmla="*/ 6368938 w 10753706"/>
              <a:gd name="connsiteY63" fmla="*/ 717341 h 1027260"/>
              <a:gd name="connsiteX64" fmla="*/ 6295102 w 10753706"/>
              <a:gd name="connsiteY64" fmla="*/ 729508 h 1027260"/>
              <a:gd name="connsiteX65" fmla="*/ 6202084 w 10753706"/>
              <a:gd name="connsiteY65" fmla="*/ 767091 h 1027260"/>
              <a:gd name="connsiteX66" fmla="*/ 6067157 w 10753706"/>
              <a:gd name="connsiteY66" fmla="*/ 790339 h 1027260"/>
              <a:gd name="connsiteX67" fmla="*/ 6061443 w 10753706"/>
              <a:gd name="connsiteY67" fmla="*/ 796151 h 1027260"/>
              <a:gd name="connsiteX68" fmla="*/ 6051406 w 10753706"/>
              <a:gd name="connsiteY68" fmla="*/ 800684 h 1027260"/>
              <a:gd name="connsiteX69" fmla="*/ 6049097 w 10753706"/>
              <a:gd name="connsiteY69" fmla="*/ 800636 h 1027260"/>
              <a:gd name="connsiteX70" fmla="*/ 6034222 w 10753706"/>
              <a:gd name="connsiteY70" fmla="*/ 804110 h 1027260"/>
              <a:gd name="connsiteX71" fmla="*/ 6033121 w 10753706"/>
              <a:gd name="connsiteY71" fmla="*/ 806078 h 1027260"/>
              <a:gd name="connsiteX72" fmla="*/ 6023593 w 10753706"/>
              <a:gd name="connsiteY72" fmla="*/ 808842 h 1027260"/>
              <a:gd name="connsiteX73" fmla="*/ 6006639 w 10753706"/>
              <a:gd name="connsiteY73" fmla="*/ 815304 h 1027260"/>
              <a:gd name="connsiteX74" fmla="*/ 6001762 w 10753706"/>
              <a:gd name="connsiteY74" fmla="*/ 815557 h 1027260"/>
              <a:gd name="connsiteX75" fmla="*/ 5973534 w 10753706"/>
              <a:gd name="connsiteY75" fmla="*/ 823815 h 1027260"/>
              <a:gd name="connsiteX76" fmla="*/ 5972336 w 10753706"/>
              <a:gd name="connsiteY76" fmla="*/ 823476 h 1027260"/>
              <a:gd name="connsiteX77" fmla="*/ 5960841 w 10753706"/>
              <a:gd name="connsiteY77" fmla="*/ 823819 h 1027260"/>
              <a:gd name="connsiteX78" fmla="*/ 5940719 w 10753706"/>
              <a:gd name="connsiteY78" fmla="*/ 825514 h 1027260"/>
              <a:gd name="connsiteX79" fmla="*/ 5884298 w 10753706"/>
              <a:gd name="connsiteY79" fmla="*/ 823806 h 1027260"/>
              <a:gd name="connsiteX80" fmla="*/ 5854779 w 10753706"/>
              <a:gd name="connsiteY80" fmla="*/ 832365 h 1027260"/>
              <a:gd name="connsiteX81" fmla="*/ 5848382 w 10753706"/>
              <a:gd name="connsiteY81" fmla="*/ 833844 h 1027260"/>
              <a:gd name="connsiteX82" fmla="*/ 5848066 w 10753706"/>
              <a:gd name="connsiteY82" fmla="*/ 833772 h 1027260"/>
              <a:gd name="connsiteX83" fmla="*/ 5840944 w 10753706"/>
              <a:gd name="connsiteY83" fmla="*/ 835132 h 1027260"/>
              <a:gd name="connsiteX84" fmla="*/ 5836719 w 10753706"/>
              <a:gd name="connsiteY84" fmla="*/ 836539 h 1027260"/>
              <a:gd name="connsiteX85" fmla="*/ 5824311 w 10753706"/>
              <a:gd name="connsiteY85" fmla="*/ 839408 h 1027260"/>
              <a:gd name="connsiteX86" fmla="*/ 5818788 w 10753706"/>
              <a:gd name="connsiteY86" fmla="*/ 839727 h 1027260"/>
              <a:gd name="connsiteX87" fmla="*/ 5763953 w 10753706"/>
              <a:gd name="connsiteY87" fmla="*/ 834282 h 1027260"/>
              <a:gd name="connsiteX88" fmla="*/ 5667748 w 10753706"/>
              <a:gd name="connsiteY88" fmla="*/ 840211 h 1027260"/>
              <a:gd name="connsiteX89" fmla="*/ 5573108 w 10753706"/>
              <a:gd name="connsiteY89" fmla="*/ 847611 h 1027260"/>
              <a:gd name="connsiteX90" fmla="*/ 5539137 w 10753706"/>
              <a:gd name="connsiteY90" fmla="*/ 851033 h 1027260"/>
              <a:gd name="connsiteX91" fmla="*/ 5510651 w 10753706"/>
              <a:gd name="connsiteY91" fmla="*/ 844215 h 1027260"/>
              <a:gd name="connsiteX92" fmla="*/ 5457331 w 10753706"/>
              <a:gd name="connsiteY92" fmla="*/ 839159 h 1027260"/>
              <a:gd name="connsiteX93" fmla="*/ 5410613 w 10753706"/>
              <a:gd name="connsiteY93" fmla="*/ 834358 h 1027260"/>
              <a:gd name="connsiteX94" fmla="*/ 5370040 w 10753706"/>
              <a:gd name="connsiteY94" fmla="*/ 862127 h 1027260"/>
              <a:gd name="connsiteX95" fmla="*/ 5318778 w 10753706"/>
              <a:gd name="connsiteY95" fmla="*/ 855310 h 1027260"/>
              <a:gd name="connsiteX96" fmla="*/ 5298645 w 10753706"/>
              <a:gd name="connsiteY96" fmla="*/ 855171 h 1027260"/>
              <a:gd name="connsiteX97" fmla="*/ 5253828 w 10753706"/>
              <a:gd name="connsiteY97" fmla="*/ 859670 h 1027260"/>
              <a:gd name="connsiteX98" fmla="*/ 5216955 w 10753706"/>
              <a:gd name="connsiteY98" fmla="*/ 866245 h 1027260"/>
              <a:gd name="connsiteX99" fmla="*/ 5214344 w 10753706"/>
              <a:gd name="connsiteY99" fmla="*/ 868102 h 1027260"/>
              <a:gd name="connsiteX100" fmla="*/ 5195561 w 10753706"/>
              <a:gd name="connsiteY100" fmla="*/ 869949 h 1027260"/>
              <a:gd name="connsiteX101" fmla="*/ 5182555 w 10753706"/>
              <a:gd name="connsiteY101" fmla="*/ 873542 h 1027260"/>
              <a:gd name="connsiteX102" fmla="*/ 5172552 w 10753706"/>
              <a:gd name="connsiteY102" fmla="*/ 878801 h 1027260"/>
              <a:gd name="connsiteX103" fmla="*/ 5027993 w 10753706"/>
              <a:gd name="connsiteY103" fmla="*/ 889666 h 1027260"/>
              <a:gd name="connsiteX104" fmla="*/ 4939844 w 10753706"/>
              <a:gd name="connsiteY104" fmla="*/ 934802 h 1027260"/>
              <a:gd name="connsiteX105" fmla="*/ 4792576 w 10753706"/>
              <a:gd name="connsiteY105" fmla="*/ 934820 h 1027260"/>
              <a:gd name="connsiteX106" fmla="*/ 4602423 w 10753706"/>
              <a:gd name="connsiteY106" fmla="*/ 958063 h 1027260"/>
              <a:gd name="connsiteX107" fmla="*/ 4290656 w 10753706"/>
              <a:gd name="connsiteY107" fmla="*/ 969152 h 1027260"/>
              <a:gd name="connsiteX108" fmla="*/ 3952334 w 10753706"/>
              <a:gd name="connsiteY108" fmla="*/ 954043 h 1027260"/>
              <a:gd name="connsiteX109" fmla="*/ 3858560 w 10753706"/>
              <a:gd name="connsiteY109" fmla="*/ 948781 h 1027260"/>
              <a:gd name="connsiteX110" fmla="*/ 3846597 w 10753706"/>
              <a:gd name="connsiteY110" fmla="*/ 948382 h 1027260"/>
              <a:gd name="connsiteX111" fmla="*/ 3736044 w 10753706"/>
              <a:gd name="connsiteY111" fmla="*/ 947759 h 1027260"/>
              <a:gd name="connsiteX112" fmla="*/ 3713136 w 10753706"/>
              <a:gd name="connsiteY112" fmla="*/ 946963 h 1027260"/>
              <a:gd name="connsiteX113" fmla="*/ 3695939 w 10753706"/>
              <a:gd name="connsiteY113" fmla="*/ 943639 h 1027260"/>
              <a:gd name="connsiteX114" fmla="*/ 3694125 w 10753706"/>
              <a:gd name="connsiteY114" fmla="*/ 940567 h 1027260"/>
              <a:gd name="connsiteX115" fmla="*/ 3681925 w 10753706"/>
              <a:gd name="connsiteY115" fmla="*/ 939706 h 1027260"/>
              <a:gd name="connsiteX116" fmla="*/ 3679204 w 10753706"/>
              <a:gd name="connsiteY116" fmla="*/ 938926 h 1027260"/>
              <a:gd name="connsiteX117" fmla="*/ 3615656 w 10753706"/>
              <a:gd name="connsiteY117" fmla="*/ 940320 h 1027260"/>
              <a:gd name="connsiteX118" fmla="*/ 3567983 w 10753706"/>
              <a:gd name="connsiteY118" fmla="*/ 935596 h 1027260"/>
              <a:gd name="connsiteX119" fmla="*/ 3422423 w 10753706"/>
              <a:gd name="connsiteY119" fmla="*/ 932129 h 1027260"/>
              <a:gd name="connsiteX120" fmla="*/ 3310925 w 10753706"/>
              <a:gd name="connsiteY120" fmla="*/ 911072 h 1027260"/>
              <a:gd name="connsiteX121" fmla="*/ 3139421 w 10753706"/>
              <a:gd name="connsiteY121" fmla="*/ 934151 h 1027260"/>
              <a:gd name="connsiteX122" fmla="*/ 2996922 w 10753706"/>
              <a:gd name="connsiteY122" fmla="*/ 927537 h 1027260"/>
              <a:gd name="connsiteX123" fmla="*/ 2982785 w 10753706"/>
              <a:gd name="connsiteY123" fmla="*/ 931453 h 1027260"/>
              <a:gd name="connsiteX124" fmla="*/ 2967478 w 10753706"/>
              <a:gd name="connsiteY124" fmla="*/ 933397 h 1027260"/>
              <a:gd name="connsiteX125" fmla="*/ 2948552 w 10753706"/>
              <a:gd name="connsiteY125" fmla="*/ 932961 h 1027260"/>
              <a:gd name="connsiteX126" fmla="*/ 2944404 w 10753706"/>
              <a:gd name="connsiteY126" fmla="*/ 934452 h 1027260"/>
              <a:gd name="connsiteX127" fmla="*/ 2908608 w 10753706"/>
              <a:gd name="connsiteY127" fmla="*/ 937205 h 1027260"/>
              <a:gd name="connsiteX128" fmla="*/ 2904443 w 10753706"/>
              <a:gd name="connsiteY128" fmla="*/ 936455 h 1027260"/>
              <a:gd name="connsiteX129" fmla="*/ 2868935 w 10753706"/>
              <a:gd name="connsiteY129" fmla="*/ 938022 h 1027260"/>
              <a:gd name="connsiteX130" fmla="*/ 2868586 w 10753706"/>
              <a:gd name="connsiteY130" fmla="*/ 937487 h 1027260"/>
              <a:gd name="connsiteX131" fmla="*/ 2859191 w 10753706"/>
              <a:gd name="connsiteY131" fmla="*/ 935503 h 1027260"/>
              <a:gd name="connsiteX132" fmla="*/ 2840915 w 10753706"/>
              <a:gd name="connsiteY132" fmla="*/ 932977 h 1027260"/>
              <a:gd name="connsiteX133" fmla="*/ 2763509 w 10753706"/>
              <a:gd name="connsiteY133" fmla="*/ 921850 h 1027260"/>
              <a:gd name="connsiteX134" fmla="*/ 2756121 w 10753706"/>
              <a:gd name="connsiteY134" fmla="*/ 921864 h 1027260"/>
              <a:gd name="connsiteX135" fmla="*/ 2755998 w 10753706"/>
              <a:gd name="connsiteY135" fmla="*/ 921739 h 1027260"/>
              <a:gd name="connsiteX136" fmla="*/ 2748255 w 10753706"/>
              <a:gd name="connsiteY136" fmla="*/ 921505 h 1027260"/>
              <a:gd name="connsiteX137" fmla="*/ 2694601 w 10753706"/>
              <a:gd name="connsiteY137" fmla="*/ 915575 h 1027260"/>
              <a:gd name="connsiteX138" fmla="*/ 2635357 w 10753706"/>
              <a:gd name="connsiteY138" fmla="*/ 910976 h 1027260"/>
              <a:gd name="connsiteX139" fmla="*/ 2601047 w 10753706"/>
              <a:gd name="connsiteY139" fmla="*/ 910263 h 1027260"/>
              <a:gd name="connsiteX140" fmla="*/ 2507482 w 10753706"/>
              <a:gd name="connsiteY140" fmla="*/ 906211 h 1027260"/>
              <a:gd name="connsiteX141" fmla="*/ 2413884 w 10753706"/>
              <a:gd name="connsiteY141" fmla="*/ 900545 h 1027260"/>
              <a:gd name="connsiteX142" fmla="*/ 2368912 w 10753706"/>
              <a:gd name="connsiteY142" fmla="*/ 888755 h 1027260"/>
              <a:gd name="connsiteX143" fmla="*/ 2349490 w 10753706"/>
              <a:gd name="connsiteY143" fmla="*/ 889719 h 1027260"/>
              <a:gd name="connsiteX144" fmla="*/ 2344290 w 10753706"/>
              <a:gd name="connsiteY144" fmla="*/ 890584 h 1027260"/>
              <a:gd name="connsiteX145" fmla="*/ 2336488 w 10753706"/>
              <a:gd name="connsiteY145" fmla="*/ 891058 h 1027260"/>
              <a:gd name="connsiteX146" fmla="*/ 2329015 w 10753706"/>
              <a:gd name="connsiteY146" fmla="*/ 891627 h 1027260"/>
              <a:gd name="connsiteX147" fmla="*/ 2293898 w 10753706"/>
              <a:gd name="connsiteY147" fmla="*/ 896431 h 1027260"/>
              <a:gd name="connsiteX148" fmla="*/ 2243927 w 10753706"/>
              <a:gd name="connsiteY148" fmla="*/ 888076 h 1027260"/>
              <a:gd name="connsiteX149" fmla="*/ 2223920 w 10753706"/>
              <a:gd name="connsiteY149" fmla="*/ 887331 h 1027260"/>
              <a:gd name="connsiteX150" fmla="*/ 2213081 w 10753706"/>
              <a:gd name="connsiteY150" fmla="*/ 886302 h 1027260"/>
              <a:gd name="connsiteX151" fmla="*/ 2212307 w 10753706"/>
              <a:gd name="connsiteY151" fmla="*/ 885829 h 1027260"/>
              <a:gd name="connsiteX152" fmla="*/ 2152321 w 10753706"/>
              <a:gd name="connsiteY152" fmla="*/ 894418 h 1027260"/>
              <a:gd name="connsiteX153" fmla="*/ 2140985 w 10753706"/>
              <a:gd name="connsiteY153" fmla="*/ 895968 h 1027260"/>
              <a:gd name="connsiteX154" fmla="*/ 2121210 w 10753706"/>
              <a:gd name="connsiteY154" fmla="*/ 899354 h 1027260"/>
              <a:gd name="connsiteX155" fmla="*/ 2119146 w 10753706"/>
              <a:gd name="connsiteY155" fmla="*/ 899033 h 1027260"/>
              <a:gd name="connsiteX156" fmla="*/ 2105666 w 10753706"/>
              <a:gd name="connsiteY156" fmla="*/ 902240 h 1027260"/>
              <a:gd name="connsiteX157" fmla="*/ 2094924 w 10753706"/>
              <a:gd name="connsiteY157" fmla="*/ 907203 h 1027260"/>
              <a:gd name="connsiteX158" fmla="*/ 1949478 w 10753706"/>
              <a:gd name="connsiteY158" fmla="*/ 913748 h 1027260"/>
              <a:gd name="connsiteX159" fmla="*/ 1749684 w 10753706"/>
              <a:gd name="connsiteY159" fmla="*/ 942223 h 1027260"/>
              <a:gd name="connsiteX160" fmla="*/ 1585576 w 10753706"/>
              <a:gd name="connsiteY160" fmla="*/ 954170 h 1027260"/>
              <a:gd name="connsiteX161" fmla="*/ 1476250 w 10753706"/>
              <a:gd name="connsiteY161" fmla="*/ 950653 h 1027260"/>
              <a:gd name="connsiteX162" fmla="*/ 1433927 w 10753706"/>
              <a:gd name="connsiteY162" fmla="*/ 959926 h 1027260"/>
              <a:gd name="connsiteX163" fmla="*/ 1414893 w 10753706"/>
              <a:gd name="connsiteY163" fmla="*/ 957671 h 1027260"/>
              <a:gd name="connsiteX164" fmla="*/ 1411585 w 10753706"/>
              <a:gd name="connsiteY164" fmla="*/ 957179 h 1027260"/>
              <a:gd name="connsiteX165" fmla="*/ 1398896 w 10753706"/>
              <a:gd name="connsiteY165" fmla="*/ 957460 h 1027260"/>
              <a:gd name="connsiteX166" fmla="*/ 1394632 w 10753706"/>
              <a:gd name="connsiteY166" fmla="*/ 954725 h 1027260"/>
              <a:gd name="connsiteX167" fmla="*/ 1375043 w 10753706"/>
              <a:gd name="connsiteY167" fmla="*/ 953132 h 1027260"/>
              <a:gd name="connsiteX168" fmla="*/ 1351876 w 10753706"/>
              <a:gd name="connsiteY168" fmla="*/ 954436 h 1027260"/>
              <a:gd name="connsiteX169" fmla="*/ 1242676 w 10753706"/>
              <a:gd name="connsiteY169" fmla="*/ 963767 h 1027260"/>
              <a:gd name="connsiteX170" fmla="*/ 1205993 w 10753706"/>
              <a:gd name="connsiteY170" fmla="*/ 974080 h 1027260"/>
              <a:gd name="connsiteX171" fmla="*/ 1052221 w 10753706"/>
              <a:gd name="connsiteY171" fmla="*/ 963954 h 1027260"/>
              <a:gd name="connsiteX172" fmla="*/ 968270 w 10753706"/>
              <a:gd name="connsiteY172" fmla="*/ 964761 h 1027260"/>
              <a:gd name="connsiteX173" fmla="*/ 874493 w 10753706"/>
              <a:gd name="connsiteY173" fmla="*/ 998122 h 1027260"/>
              <a:gd name="connsiteX174" fmla="*/ 814411 w 10753706"/>
              <a:gd name="connsiteY174" fmla="*/ 1007391 h 1027260"/>
              <a:gd name="connsiteX175" fmla="*/ 688604 w 10753706"/>
              <a:gd name="connsiteY175" fmla="*/ 1015631 h 1027260"/>
              <a:gd name="connsiteX176" fmla="*/ 618171 w 10753706"/>
              <a:gd name="connsiteY176" fmla="*/ 1027260 h 1027260"/>
              <a:gd name="connsiteX177" fmla="*/ 570379 w 10753706"/>
              <a:gd name="connsiteY177" fmla="*/ 1023487 h 1027260"/>
              <a:gd name="connsiteX178" fmla="*/ 482519 w 10753706"/>
              <a:gd name="connsiteY178" fmla="*/ 1002108 h 1027260"/>
              <a:gd name="connsiteX179" fmla="*/ 475319 w 10753706"/>
              <a:gd name="connsiteY179" fmla="*/ 1009922 h 1027260"/>
              <a:gd name="connsiteX180" fmla="*/ 431104 w 10753706"/>
              <a:gd name="connsiteY180" fmla="*/ 1009317 h 1027260"/>
              <a:gd name="connsiteX181" fmla="*/ 363782 w 10753706"/>
              <a:gd name="connsiteY181" fmla="*/ 1007585 h 1027260"/>
              <a:gd name="connsiteX182" fmla="*/ 325533 w 10753706"/>
              <a:gd name="connsiteY182" fmla="*/ 1008502 h 1027260"/>
              <a:gd name="connsiteX183" fmla="*/ 220429 w 10753706"/>
              <a:gd name="connsiteY183" fmla="*/ 1008927 h 1027260"/>
              <a:gd name="connsiteX184" fmla="*/ 114676 w 10753706"/>
              <a:gd name="connsiteY184" fmla="*/ 1007765 h 1027260"/>
              <a:gd name="connsiteX185" fmla="*/ 13470 w 10753706"/>
              <a:gd name="connsiteY185" fmla="*/ 998544 h 1027260"/>
              <a:gd name="connsiteX186" fmla="*/ 0 w 10753706"/>
              <a:gd name="connsiteY186" fmla="*/ 997355 h 10272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Lst>
            <a:rect l="l" t="t" r="r" b="b"/>
            <a:pathLst>
              <a:path w="10753706" h="1027260">
                <a:moveTo>
                  <a:pt x="0" y="0"/>
                </a:moveTo>
                <a:lnTo>
                  <a:pt x="10753706" y="0"/>
                </a:lnTo>
                <a:lnTo>
                  <a:pt x="10748809" y="2522"/>
                </a:lnTo>
                <a:cubicBezTo>
                  <a:pt x="10744031" y="4644"/>
                  <a:pt x="10737551" y="7204"/>
                  <a:pt x="10725330" y="11977"/>
                </a:cubicBezTo>
                <a:cubicBezTo>
                  <a:pt x="10700888" y="21523"/>
                  <a:pt x="10652058" y="39304"/>
                  <a:pt x="10615423" y="52967"/>
                </a:cubicBezTo>
                <a:cubicBezTo>
                  <a:pt x="10598524" y="49017"/>
                  <a:pt x="10550674" y="61360"/>
                  <a:pt x="10533936" y="53095"/>
                </a:cubicBezTo>
                <a:cubicBezTo>
                  <a:pt x="10519435" y="55674"/>
                  <a:pt x="10480156" y="49393"/>
                  <a:pt x="10466876" y="45180"/>
                </a:cubicBezTo>
                <a:cubicBezTo>
                  <a:pt x="10443145" y="68059"/>
                  <a:pt x="10382269" y="71294"/>
                  <a:pt x="10355090" y="89741"/>
                </a:cubicBezTo>
                <a:cubicBezTo>
                  <a:pt x="10286222" y="95376"/>
                  <a:pt x="10146285" y="63529"/>
                  <a:pt x="10087145" y="66115"/>
                </a:cubicBezTo>
                <a:cubicBezTo>
                  <a:pt x="10067575" y="79584"/>
                  <a:pt x="10043111" y="68921"/>
                  <a:pt x="10015902" y="76178"/>
                </a:cubicBezTo>
                <a:cubicBezTo>
                  <a:pt x="9952302" y="84628"/>
                  <a:pt x="9893286" y="103337"/>
                  <a:pt x="9806005" y="102435"/>
                </a:cubicBezTo>
                <a:cubicBezTo>
                  <a:pt x="9782247" y="141133"/>
                  <a:pt x="9674787" y="151643"/>
                  <a:pt x="9602583" y="179170"/>
                </a:cubicBezTo>
                <a:cubicBezTo>
                  <a:pt x="9557658" y="187584"/>
                  <a:pt x="9478290" y="154235"/>
                  <a:pt x="9469719" y="174721"/>
                </a:cubicBezTo>
                <a:cubicBezTo>
                  <a:pt x="9443779" y="165070"/>
                  <a:pt x="9431317" y="185692"/>
                  <a:pt x="9408692" y="189513"/>
                </a:cubicBezTo>
                <a:cubicBezTo>
                  <a:pt x="9387154" y="183843"/>
                  <a:pt x="9380475" y="191089"/>
                  <a:pt x="9364151" y="194072"/>
                </a:cubicBezTo>
                <a:cubicBezTo>
                  <a:pt x="9354686" y="190222"/>
                  <a:pt x="9340485" y="191782"/>
                  <a:pt x="9337751" y="197579"/>
                </a:cubicBezTo>
                <a:cubicBezTo>
                  <a:pt x="9349566" y="209270"/>
                  <a:pt x="9297468" y="207714"/>
                  <a:pt x="9297166" y="216558"/>
                </a:cubicBezTo>
                <a:cubicBezTo>
                  <a:pt x="9269057" y="220999"/>
                  <a:pt x="9139630" y="221783"/>
                  <a:pt x="9123859" y="237356"/>
                </a:cubicBezTo>
                <a:cubicBezTo>
                  <a:pt x="9068176" y="249209"/>
                  <a:pt x="8975349" y="235349"/>
                  <a:pt x="8950741" y="238020"/>
                </a:cubicBezTo>
                <a:cubicBezTo>
                  <a:pt x="8916265" y="215428"/>
                  <a:pt x="8822808" y="292026"/>
                  <a:pt x="8718236" y="303148"/>
                </a:cubicBezTo>
                <a:cubicBezTo>
                  <a:pt x="8703111" y="302060"/>
                  <a:pt x="8695551" y="302792"/>
                  <a:pt x="8694011" y="308812"/>
                </a:cubicBezTo>
                <a:cubicBezTo>
                  <a:pt x="8661810" y="312764"/>
                  <a:pt x="8637956" y="329628"/>
                  <a:pt x="8611976" y="324819"/>
                </a:cubicBezTo>
                <a:cubicBezTo>
                  <a:pt x="8621849" y="336388"/>
                  <a:pt x="8562809" y="325917"/>
                  <a:pt x="8562074" y="337971"/>
                </a:cubicBezTo>
                <a:cubicBezTo>
                  <a:pt x="8543699" y="343978"/>
                  <a:pt x="8511321" y="356396"/>
                  <a:pt x="8501724" y="360865"/>
                </a:cubicBezTo>
                <a:lnTo>
                  <a:pt x="8504489" y="364790"/>
                </a:lnTo>
                <a:lnTo>
                  <a:pt x="8492774" y="366181"/>
                </a:lnTo>
                <a:lnTo>
                  <a:pt x="8466405" y="368724"/>
                </a:lnTo>
                <a:cubicBezTo>
                  <a:pt x="8455454" y="372229"/>
                  <a:pt x="8440175" y="385805"/>
                  <a:pt x="8427069" y="387211"/>
                </a:cubicBezTo>
                <a:cubicBezTo>
                  <a:pt x="8400442" y="392215"/>
                  <a:pt x="8397079" y="382989"/>
                  <a:pt x="8387766" y="377161"/>
                </a:cubicBezTo>
                <a:cubicBezTo>
                  <a:pt x="8369233" y="378548"/>
                  <a:pt x="8334756" y="390869"/>
                  <a:pt x="8315874" y="395527"/>
                </a:cubicBezTo>
                <a:cubicBezTo>
                  <a:pt x="8306664" y="400500"/>
                  <a:pt x="8272845" y="393679"/>
                  <a:pt x="8274474" y="405112"/>
                </a:cubicBezTo>
                <a:cubicBezTo>
                  <a:pt x="8255483" y="406194"/>
                  <a:pt x="8244963" y="408376"/>
                  <a:pt x="8234664" y="410219"/>
                </a:cubicBezTo>
                <a:lnTo>
                  <a:pt x="8211268" y="416791"/>
                </a:lnTo>
                <a:cubicBezTo>
                  <a:pt x="8204720" y="419941"/>
                  <a:pt x="8197411" y="422004"/>
                  <a:pt x="8188615" y="421755"/>
                </a:cubicBezTo>
                <a:lnTo>
                  <a:pt x="8179981" y="420402"/>
                </a:lnTo>
                <a:lnTo>
                  <a:pt x="8179307" y="422516"/>
                </a:lnTo>
                <a:cubicBezTo>
                  <a:pt x="8179027" y="425797"/>
                  <a:pt x="8175790" y="448341"/>
                  <a:pt x="8147929" y="450302"/>
                </a:cubicBezTo>
                <a:cubicBezTo>
                  <a:pt x="8130300" y="457967"/>
                  <a:pt x="8114933" y="461015"/>
                  <a:pt x="8089136" y="465283"/>
                </a:cubicBezTo>
                <a:cubicBezTo>
                  <a:pt x="8072810" y="465920"/>
                  <a:pt x="8069376" y="451569"/>
                  <a:pt x="8049973" y="454121"/>
                </a:cubicBezTo>
                <a:cubicBezTo>
                  <a:pt x="7974508" y="471465"/>
                  <a:pt x="8006050" y="447139"/>
                  <a:pt x="7965913" y="464415"/>
                </a:cubicBezTo>
                <a:cubicBezTo>
                  <a:pt x="7958234" y="466025"/>
                  <a:pt x="7951405" y="465800"/>
                  <a:pt x="7945093" y="464798"/>
                </a:cubicBezTo>
                <a:lnTo>
                  <a:pt x="7935335" y="462442"/>
                </a:lnTo>
                <a:lnTo>
                  <a:pt x="7904779" y="471429"/>
                </a:lnTo>
                <a:cubicBezTo>
                  <a:pt x="7889387" y="474999"/>
                  <a:pt x="7872867" y="477951"/>
                  <a:pt x="7855604" y="480199"/>
                </a:cubicBezTo>
                <a:cubicBezTo>
                  <a:pt x="7850005" y="476378"/>
                  <a:pt x="7838628" y="483595"/>
                  <a:pt x="7832630" y="485371"/>
                </a:cubicBezTo>
                <a:cubicBezTo>
                  <a:pt x="7831473" y="482645"/>
                  <a:pt x="7816623" y="482661"/>
                  <a:pt x="7812438" y="485391"/>
                </a:cubicBezTo>
                <a:cubicBezTo>
                  <a:pt x="7709470" y="505049"/>
                  <a:pt x="7759426" y="473956"/>
                  <a:pt x="7701399" y="495197"/>
                </a:cubicBezTo>
                <a:cubicBezTo>
                  <a:pt x="7690986" y="496989"/>
                  <a:pt x="7682397" y="496365"/>
                  <a:pt x="7674778" y="494723"/>
                </a:cubicBezTo>
                <a:lnTo>
                  <a:pt x="7660445" y="490194"/>
                </a:lnTo>
                <a:lnTo>
                  <a:pt x="7651781" y="493084"/>
                </a:lnTo>
                <a:cubicBezTo>
                  <a:pt x="7616113" y="496548"/>
                  <a:pt x="7603273" y="491735"/>
                  <a:pt x="7584807" y="499490"/>
                </a:cubicBezTo>
                <a:cubicBezTo>
                  <a:pt x="7549256" y="490212"/>
                  <a:pt x="7563949" y="500167"/>
                  <a:pt x="7541324" y="504184"/>
                </a:cubicBezTo>
                <a:cubicBezTo>
                  <a:pt x="7523851" y="508307"/>
                  <a:pt x="7559546" y="509825"/>
                  <a:pt x="7541756" y="512184"/>
                </a:cubicBezTo>
                <a:cubicBezTo>
                  <a:pt x="7520963" y="510864"/>
                  <a:pt x="7525755" y="520497"/>
                  <a:pt x="7503906" y="518551"/>
                </a:cubicBezTo>
                <a:cubicBezTo>
                  <a:pt x="7505924" y="510774"/>
                  <a:pt x="7464361" y="523683"/>
                  <a:pt x="7460411" y="517415"/>
                </a:cubicBezTo>
                <a:lnTo>
                  <a:pt x="7460116" y="517548"/>
                </a:lnTo>
                <a:cubicBezTo>
                  <a:pt x="7447785" y="530928"/>
                  <a:pt x="7310141" y="550568"/>
                  <a:pt x="7297810" y="563947"/>
                </a:cubicBezTo>
                <a:cubicBezTo>
                  <a:pt x="7221791" y="605698"/>
                  <a:pt x="7039072" y="646008"/>
                  <a:pt x="6946388" y="665244"/>
                </a:cubicBezTo>
                <a:cubicBezTo>
                  <a:pt x="6853704" y="684480"/>
                  <a:pt x="6804875" y="677485"/>
                  <a:pt x="6741704" y="679365"/>
                </a:cubicBezTo>
                <a:lnTo>
                  <a:pt x="6624680" y="677674"/>
                </a:lnTo>
                <a:lnTo>
                  <a:pt x="6605700" y="683566"/>
                </a:lnTo>
                <a:cubicBezTo>
                  <a:pt x="6603309" y="685184"/>
                  <a:pt x="6599550" y="685647"/>
                  <a:pt x="6576922" y="683030"/>
                </a:cubicBezTo>
                <a:cubicBezTo>
                  <a:pt x="6527275" y="698355"/>
                  <a:pt x="6440981" y="702347"/>
                  <a:pt x="6405123" y="721946"/>
                </a:cubicBezTo>
                <a:cubicBezTo>
                  <a:pt x="6407963" y="715467"/>
                  <a:pt x="6383450" y="712913"/>
                  <a:pt x="6368938" y="717341"/>
                </a:cubicBezTo>
                <a:cubicBezTo>
                  <a:pt x="6377914" y="692119"/>
                  <a:pt x="6315316" y="744281"/>
                  <a:pt x="6295102" y="729508"/>
                </a:cubicBezTo>
                <a:cubicBezTo>
                  <a:pt x="6300358" y="744473"/>
                  <a:pt x="6240070" y="776254"/>
                  <a:pt x="6202084" y="767091"/>
                </a:cubicBezTo>
                <a:cubicBezTo>
                  <a:pt x="6152826" y="774744"/>
                  <a:pt x="6122010" y="790367"/>
                  <a:pt x="6067157" y="790339"/>
                </a:cubicBezTo>
                <a:cubicBezTo>
                  <a:pt x="6066310" y="792484"/>
                  <a:pt x="6064283" y="794403"/>
                  <a:pt x="6061443" y="796151"/>
                </a:cubicBezTo>
                <a:lnTo>
                  <a:pt x="6051406" y="800684"/>
                </a:lnTo>
                <a:lnTo>
                  <a:pt x="6049097" y="800636"/>
                </a:lnTo>
                <a:cubicBezTo>
                  <a:pt x="6040408" y="801393"/>
                  <a:pt x="6036299" y="802645"/>
                  <a:pt x="6034222" y="804110"/>
                </a:cubicBezTo>
                <a:lnTo>
                  <a:pt x="6033121" y="806078"/>
                </a:lnTo>
                <a:lnTo>
                  <a:pt x="6023593" y="808842"/>
                </a:lnTo>
                <a:lnTo>
                  <a:pt x="6006639" y="815304"/>
                </a:lnTo>
                <a:lnTo>
                  <a:pt x="6001762" y="815557"/>
                </a:lnTo>
                <a:lnTo>
                  <a:pt x="5973534" y="823815"/>
                </a:lnTo>
                <a:lnTo>
                  <a:pt x="5972336" y="823476"/>
                </a:lnTo>
                <a:cubicBezTo>
                  <a:pt x="5969004" y="822901"/>
                  <a:pt x="5965329" y="822833"/>
                  <a:pt x="5960841" y="823819"/>
                </a:cubicBezTo>
                <a:cubicBezTo>
                  <a:pt x="5955860" y="815655"/>
                  <a:pt x="5953515" y="821882"/>
                  <a:pt x="5940719" y="825514"/>
                </a:cubicBezTo>
                <a:cubicBezTo>
                  <a:pt x="5930130" y="813644"/>
                  <a:pt x="5900943" y="827979"/>
                  <a:pt x="5884298" y="823806"/>
                </a:cubicBezTo>
                <a:cubicBezTo>
                  <a:pt x="5875133" y="826741"/>
                  <a:pt x="5865250" y="829630"/>
                  <a:pt x="5854779" y="832365"/>
                </a:cubicBezTo>
                <a:lnTo>
                  <a:pt x="5848382" y="833844"/>
                </a:lnTo>
                <a:lnTo>
                  <a:pt x="5848066" y="833772"/>
                </a:lnTo>
                <a:cubicBezTo>
                  <a:pt x="5846273" y="833879"/>
                  <a:pt x="5844018" y="834284"/>
                  <a:pt x="5840944" y="835132"/>
                </a:cubicBezTo>
                <a:lnTo>
                  <a:pt x="5836719" y="836539"/>
                </a:lnTo>
                <a:lnTo>
                  <a:pt x="5824311" y="839408"/>
                </a:lnTo>
                <a:lnTo>
                  <a:pt x="5818788" y="839727"/>
                </a:lnTo>
                <a:cubicBezTo>
                  <a:pt x="5797008" y="838594"/>
                  <a:pt x="5786883" y="822081"/>
                  <a:pt x="5763953" y="834282"/>
                </a:cubicBezTo>
                <a:cubicBezTo>
                  <a:pt x="5726813" y="837521"/>
                  <a:pt x="5699446" y="830949"/>
                  <a:pt x="5667748" y="840211"/>
                </a:cubicBezTo>
                <a:cubicBezTo>
                  <a:pt x="5632959" y="843205"/>
                  <a:pt x="5601436" y="842280"/>
                  <a:pt x="5573108" y="847611"/>
                </a:cubicBezTo>
                <a:cubicBezTo>
                  <a:pt x="5560030" y="845832"/>
                  <a:pt x="5549547" y="851598"/>
                  <a:pt x="5539137" y="851033"/>
                </a:cubicBezTo>
                <a:cubicBezTo>
                  <a:pt x="5528728" y="850467"/>
                  <a:pt x="5529256" y="837509"/>
                  <a:pt x="5510651" y="844215"/>
                </a:cubicBezTo>
                <a:cubicBezTo>
                  <a:pt x="5494241" y="833607"/>
                  <a:pt x="5466101" y="839171"/>
                  <a:pt x="5457331" y="839159"/>
                </a:cubicBezTo>
                <a:lnTo>
                  <a:pt x="5410613" y="834358"/>
                </a:lnTo>
                <a:lnTo>
                  <a:pt x="5370040" y="862127"/>
                </a:lnTo>
                <a:cubicBezTo>
                  <a:pt x="5357863" y="856469"/>
                  <a:pt x="5319115" y="868069"/>
                  <a:pt x="5318778" y="855310"/>
                </a:cubicBezTo>
                <a:cubicBezTo>
                  <a:pt x="5303920" y="857760"/>
                  <a:pt x="5296727" y="863736"/>
                  <a:pt x="5298645" y="855171"/>
                </a:cubicBezTo>
                <a:cubicBezTo>
                  <a:pt x="5287819" y="855897"/>
                  <a:pt x="5267444" y="857825"/>
                  <a:pt x="5253828" y="859670"/>
                </a:cubicBezTo>
                <a:lnTo>
                  <a:pt x="5216955" y="866245"/>
                </a:lnTo>
                <a:lnTo>
                  <a:pt x="5214344" y="868102"/>
                </a:lnTo>
                <a:cubicBezTo>
                  <a:pt x="5210778" y="868719"/>
                  <a:pt x="5200859" y="869042"/>
                  <a:pt x="5195561" y="869949"/>
                </a:cubicBezTo>
                <a:lnTo>
                  <a:pt x="5182555" y="873542"/>
                </a:lnTo>
                <a:cubicBezTo>
                  <a:pt x="5178496" y="875023"/>
                  <a:pt x="5175066" y="876746"/>
                  <a:pt x="5172552" y="878801"/>
                </a:cubicBezTo>
                <a:cubicBezTo>
                  <a:pt x="5121406" y="873797"/>
                  <a:pt x="5080096" y="886529"/>
                  <a:pt x="5027993" y="889666"/>
                </a:cubicBezTo>
                <a:cubicBezTo>
                  <a:pt x="4999924" y="877115"/>
                  <a:pt x="4946973" y="919452"/>
                  <a:pt x="4939844" y="934802"/>
                </a:cubicBezTo>
                <a:cubicBezTo>
                  <a:pt x="4895154" y="940701"/>
                  <a:pt x="4844006" y="928240"/>
                  <a:pt x="4792576" y="934820"/>
                </a:cubicBezTo>
                <a:lnTo>
                  <a:pt x="4602423" y="958063"/>
                </a:lnTo>
                <a:cubicBezTo>
                  <a:pt x="4488530" y="967131"/>
                  <a:pt x="4399004" y="969822"/>
                  <a:pt x="4290656" y="969152"/>
                </a:cubicBezTo>
                <a:cubicBezTo>
                  <a:pt x="4182308" y="968482"/>
                  <a:pt x="4046938" y="971167"/>
                  <a:pt x="3952334" y="954043"/>
                </a:cubicBezTo>
                <a:lnTo>
                  <a:pt x="3858560" y="948781"/>
                </a:lnTo>
                <a:lnTo>
                  <a:pt x="3846597" y="948382"/>
                </a:lnTo>
                <a:cubicBezTo>
                  <a:pt x="3807516" y="956616"/>
                  <a:pt x="3767475" y="941640"/>
                  <a:pt x="3736044" y="947759"/>
                </a:cubicBezTo>
                <a:cubicBezTo>
                  <a:pt x="3727323" y="948128"/>
                  <a:pt x="3719828" y="947771"/>
                  <a:pt x="3713136" y="946963"/>
                </a:cubicBezTo>
                <a:lnTo>
                  <a:pt x="3695939" y="943639"/>
                </a:lnTo>
                <a:lnTo>
                  <a:pt x="3694125" y="940567"/>
                </a:lnTo>
                <a:lnTo>
                  <a:pt x="3681925" y="939706"/>
                </a:lnTo>
                <a:lnTo>
                  <a:pt x="3679204" y="938926"/>
                </a:lnTo>
                <a:cubicBezTo>
                  <a:pt x="3668160" y="939028"/>
                  <a:pt x="3634193" y="940875"/>
                  <a:pt x="3615656" y="940320"/>
                </a:cubicBezTo>
                <a:cubicBezTo>
                  <a:pt x="3582626" y="936974"/>
                  <a:pt x="3593904" y="949140"/>
                  <a:pt x="3567983" y="935596"/>
                </a:cubicBezTo>
                <a:cubicBezTo>
                  <a:pt x="3504185" y="939048"/>
                  <a:pt x="3482818" y="922224"/>
                  <a:pt x="3422423" y="932129"/>
                </a:cubicBezTo>
                <a:cubicBezTo>
                  <a:pt x="3369166" y="933413"/>
                  <a:pt x="3329486" y="910108"/>
                  <a:pt x="3310925" y="911072"/>
                </a:cubicBezTo>
                <a:cubicBezTo>
                  <a:pt x="3261363" y="909787"/>
                  <a:pt x="3198415" y="933574"/>
                  <a:pt x="3139421" y="934151"/>
                </a:cubicBezTo>
                <a:cubicBezTo>
                  <a:pt x="3088799" y="931012"/>
                  <a:pt x="3038941" y="938464"/>
                  <a:pt x="2996922" y="927537"/>
                </a:cubicBezTo>
                <a:cubicBezTo>
                  <a:pt x="2992673" y="929234"/>
                  <a:pt x="2987900" y="930498"/>
                  <a:pt x="2982785" y="931453"/>
                </a:cubicBezTo>
                <a:lnTo>
                  <a:pt x="2967478" y="933397"/>
                </a:lnTo>
                <a:lnTo>
                  <a:pt x="2948552" y="932961"/>
                </a:lnTo>
                <a:lnTo>
                  <a:pt x="2944404" y="934452"/>
                </a:lnTo>
                <a:lnTo>
                  <a:pt x="2908608" y="937205"/>
                </a:lnTo>
                <a:lnTo>
                  <a:pt x="2904443" y="936455"/>
                </a:lnTo>
                <a:lnTo>
                  <a:pt x="2868935" y="938022"/>
                </a:lnTo>
                <a:lnTo>
                  <a:pt x="2868586" y="937487"/>
                </a:lnTo>
                <a:cubicBezTo>
                  <a:pt x="2866994" y="936327"/>
                  <a:pt x="2864292" y="935538"/>
                  <a:pt x="2859191" y="935503"/>
                </a:cubicBezTo>
                <a:cubicBezTo>
                  <a:pt x="2869075" y="927418"/>
                  <a:pt x="2856828" y="932364"/>
                  <a:pt x="2840915" y="932977"/>
                </a:cubicBezTo>
                <a:lnTo>
                  <a:pt x="2763509" y="921850"/>
                </a:lnTo>
                <a:lnTo>
                  <a:pt x="2756121" y="921864"/>
                </a:lnTo>
                <a:cubicBezTo>
                  <a:pt x="2756081" y="921822"/>
                  <a:pt x="2756039" y="921781"/>
                  <a:pt x="2755998" y="921739"/>
                </a:cubicBezTo>
                <a:cubicBezTo>
                  <a:pt x="2754445" y="921476"/>
                  <a:pt x="2752036" y="921380"/>
                  <a:pt x="2748255" y="921505"/>
                </a:cubicBezTo>
                <a:lnTo>
                  <a:pt x="2694601" y="915575"/>
                </a:lnTo>
                <a:cubicBezTo>
                  <a:pt x="2671223" y="919874"/>
                  <a:pt x="2666972" y="913376"/>
                  <a:pt x="2635357" y="910976"/>
                </a:cubicBezTo>
                <a:cubicBezTo>
                  <a:pt x="2621906" y="915051"/>
                  <a:pt x="2611315" y="913542"/>
                  <a:pt x="2601047" y="910263"/>
                </a:cubicBezTo>
                <a:cubicBezTo>
                  <a:pt x="2570084" y="912074"/>
                  <a:pt x="2542135" y="907435"/>
                  <a:pt x="2507482" y="906211"/>
                </a:cubicBezTo>
                <a:cubicBezTo>
                  <a:pt x="2469706" y="911437"/>
                  <a:pt x="2450920" y="901812"/>
                  <a:pt x="2413884" y="900545"/>
                </a:cubicBezTo>
                <a:cubicBezTo>
                  <a:pt x="2381338" y="909664"/>
                  <a:pt x="2387753" y="892438"/>
                  <a:pt x="2368912" y="888755"/>
                </a:cubicBezTo>
                <a:lnTo>
                  <a:pt x="2349490" y="889719"/>
                </a:lnTo>
                <a:lnTo>
                  <a:pt x="2344290" y="890584"/>
                </a:lnTo>
                <a:cubicBezTo>
                  <a:pt x="2340673" y="891041"/>
                  <a:pt x="2338228" y="891167"/>
                  <a:pt x="2336488" y="891058"/>
                </a:cubicBezTo>
                <a:lnTo>
                  <a:pt x="2329015" y="891627"/>
                </a:lnTo>
                <a:cubicBezTo>
                  <a:pt x="2316843" y="893039"/>
                  <a:pt x="2305064" y="894669"/>
                  <a:pt x="2293898" y="896431"/>
                </a:cubicBezTo>
                <a:cubicBezTo>
                  <a:pt x="2282637" y="890404"/>
                  <a:pt x="2242346" y="900851"/>
                  <a:pt x="2243927" y="888076"/>
                </a:cubicBezTo>
                <a:cubicBezTo>
                  <a:pt x="2228778" y="890081"/>
                  <a:pt x="2220725" y="895845"/>
                  <a:pt x="2223920" y="887331"/>
                </a:cubicBezTo>
                <a:cubicBezTo>
                  <a:pt x="2218877" y="887756"/>
                  <a:pt x="2215583" y="887254"/>
                  <a:pt x="2213081" y="886302"/>
                </a:cubicBezTo>
                <a:lnTo>
                  <a:pt x="2212307" y="885829"/>
                </a:lnTo>
                <a:lnTo>
                  <a:pt x="2152321" y="894418"/>
                </a:lnTo>
                <a:lnTo>
                  <a:pt x="2140985" y="895968"/>
                </a:lnTo>
                <a:lnTo>
                  <a:pt x="2121210" y="899354"/>
                </a:lnTo>
                <a:lnTo>
                  <a:pt x="2119146" y="899033"/>
                </a:lnTo>
                <a:lnTo>
                  <a:pt x="2105666" y="902240"/>
                </a:lnTo>
                <a:cubicBezTo>
                  <a:pt x="2101407" y="903601"/>
                  <a:pt x="2097735" y="905221"/>
                  <a:pt x="2094924" y="907203"/>
                </a:cubicBezTo>
                <a:cubicBezTo>
                  <a:pt x="2044793" y="900664"/>
                  <a:pt x="2001785" y="912168"/>
                  <a:pt x="1949478" y="913748"/>
                </a:cubicBezTo>
                <a:cubicBezTo>
                  <a:pt x="1891937" y="919585"/>
                  <a:pt x="1810334" y="935486"/>
                  <a:pt x="1749684" y="942223"/>
                </a:cubicBezTo>
                <a:lnTo>
                  <a:pt x="1585576" y="954170"/>
                </a:lnTo>
                <a:cubicBezTo>
                  <a:pt x="1549165" y="943719"/>
                  <a:pt x="1511425" y="950847"/>
                  <a:pt x="1476250" y="950653"/>
                </a:cubicBezTo>
                <a:cubicBezTo>
                  <a:pt x="1488515" y="961596"/>
                  <a:pt x="1432660" y="946795"/>
                  <a:pt x="1433927" y="959926"/>
                </a:cubicBezTo>
                <a:cubicBezTo>
                  <a:pt x="1427485" y="959475"/>
                  <a:pt x="1421205" y="958623"/>
                  <a:pt x="1414893" y="957671"/>
                </a:cubicBezTo>
                <a:lnTo>
                  <a:pt x="1411585" y="957179"/>
                </a:lnTo>
                <a:lnTo>
                  <a:pt x="1398896" y="957460"/>
                </a:lnTo>
                <a:lnTo>
                  <a:pt x="1394632" y="954725"/>
                </a:lnTo>
                <a:lnTo>
                  <a:pt x="1375043" y="953132"/>
                </a:lnTo>
                <a:cubicBezTo>
                  <a:pt x="1367813" y="952970"/>
                  <a:pt x="1360155" y="953305"/>
                  <a:pt x="1351876" y="954436"/>
                </a:cubicBezTo>
                <a:cubicBezTo>
                  <a:pt x="1325912" y="963028"/>
                  <a:pt x="1274459" y="952492"/>
                  <a:pt x="1242676" y="963767"/>
                </a:cubicBezTo>
                <a:cubicBezTo>
                  <a:pt x="1230276" y="966918"/>
                  <a:pt x="1216715" y="977098"/>
                  <a:pt x="1205993" y="974080"/>
                </a:cubicBezTo>
                <a:cubicBezTo>
                  <a:pt x="1174251" y="974112"/>
                  <a:pt x="1086982" y="964420"/>
                  <a:pt x="1052221" y="963954"/>
                </a:cubicBezTo>
                <a:cubicBezTo>
                  <a:pt x="1038515" y="970622"/>
                  <a:pt x="1009522" y="962342"/>
                  <a:pt x="968270" y="964761"/>
                </a:cubicBezTo>
                <a:cubicBezTo>
                  <a:pt x="943437" y="973698"/>
                  <a:pt x="900136" y="991017"/>
                  <a:pt x="874493" y="998122"/>
                </a:cubicBezTo>
                <a:cubicBezTo>
                  <a:pt x="848849" y="1005226"/>
                  <a:pt x="853424" y="1009427"/>
                  <a:pt x="814411" y="1007391"/>
                </a:cubicBezTo>
                <a:cubicBezTo>
                  <a:pt x="765926" y="1022821"/>
                  <a:pt x="732885" y="1009859"/>
                  <a:pt x="688604" y="1015631"/>
                </a:cubicBezTo>
                <a:cubicBezTo>
                  <a:pt x="638045" y="1020877"/>
                  <a:pt x="677999" y="1011556"/>
                  <a:pt x="618171" y="1027260"/>
                </a:cubicBezTo>
                <a:cubicBezTo>
                  <a:pt x="609680" y="1023165"/>
                  <a:pt x="583253" y="1020277"/>
                  <a:pt x="570379" y="1023487"/>
                </a:cubicBezTo>
                <a:cubicBezTo>
                  <a:pt x="543992" y="1022523"/>
                  <a:pt x="505183" y="1001686"/>
                  <a:pt x="482519" y="1002108"/>
                </a:cubicBezTo>
                <a:cubicBezTo>
                  <a:pt x="464011" y="1002285"/>
                  <a:pt x="495211" y="1007995"/>
                  <a:pt x="475319" y="1009922"/>
                </a:cubicBezTo>
                <a:cubicBezTo>
                  <a:pt x="450818" y="1011135"/>
                  <a:pt x="454804" y="1022539"/>
                  <a:pt x="431104" y="1009317"/>
                </a:cubicBezTo>
                <a:cubicBezTo>
                  <a:pt x="406857" y="1014651"/>
                  <a:pt x="399686" y="1008456"/>
                  <a:pt x="363782" y="1007585"/>
                </a:cubicBezTo>
                <a:cubicBezTo>
                  <a:pt x="350440" y="1012231"/>
                  <a:pt x="338145" y="1011245"/>
                  <a:pt x="325533" y="1008502"/>
                </a:cubicBezTo>
                <a:cubicBezTo>
                  <a:pt x="291944" y="1011745"/>
                  <a:pt x="259251" y="1008497"/>
                  <a:pt x="220429" y="1008927"/>
                </a:cubicBezTo>
                <a:cubicBezTo>
                  <a:pt x="180594" y="1015852"/>
                  <a:pt x="156150" y="1007265"/>
                  <a:pt x="114676" y="1007765"/>
                </a:cubicBezTo>
                <a:cubicBezTo>
                  <a:pt x="85718" y="1006195"/>
                  <a:pt x="43316" y="1001491"/>
                  <a:pt x="13470" y="998544"/>
                </a:cubicBezTo>
                <a:lnTo>
                  <a:pt x="0" y="997355"/>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aphicFrame>
        <p:nvGraphicFramePr>
          <p:cNvPr id="32" name="TextBox 4">
            <a:extLst>
              <a:ext uri="{FF2B5EF4-FFF2-40B4-BE49-F238E27FC236}">
                <a16:creationId xmlns:a16="http://schemas.microsoft.com/office/drawing/2014/main" id="{2E5CEB66-CD38-5B2E-EBFB-05EB48FBF0A8}"/>
              </a:ext>
            </a:extLst>
          </p:cNvPr>
          <p:cNvGraphicFramePr/>
          <p:nvPr>
            <p:extLst>
              <p:ext uri="{D42A27DB-BD31-4B8C-83A1-F6EECF244321}">
                <p14:modId xmlns:p14="http://schemas.microsoft.com/office/powerpoint/2010/main" val="3447190384"/>
              </p:ext>
            </p:extLst>
          </p:nvPr>
        </p:nvGraphicFramePr>
        <p:xfrm>
          <a:off x="425824" y="1839058"/>
          <a:ext cx="4169109" cy="317988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8" name="Content Placeholder 7">
            <a:extLst>
              <a:ext uri="{FF2B5EF4-FFF2-40B4-BE49-F238E27FC236}">
                <a16:creationId xmlns:a16="http://schemas.microsoft.com/office/drawing/2014/main" id="{0E8C1FFC-3A65-7770-583F-F639D7393094}"/>
              </a:ext>
            </a:extLst>
          </p:cNvPr>
          <p:cNvGraphicFramePr>
            <a:graphicFrameLocks noGrp="1"/>
          </p:cNvGraphicFramePr>
          <p:nvPr>
            <p:ph idx="1"/>
            <p:extLst>
              <p:ext uri="{D42A27DB-BD31-4B8C-83A1-F6EECF244321}">
                <p14:modId xmlns:p14="http://schemas.microsoft.com/office/powerpoint/2010/main" val="1981657573"/>
              </p:ext>
            </p:extLst>
          </p:nvPr>
        </p:nvGraphicFramePr>
        <p:xfrm>
          <a:off x="5237934" y="511275"/>
          <a:ext cx="6566684" cy="6248279"/>
        </p:xfrm>
        <a:graphic>
          <a:graphicData uri="http://schemas.openxmlformats.org/drawingml/2006/table">
            <a:tbl>
              <a:tblPr/>
              <a:tblGrid>
                <a:gridCol w="2066547">
                  <a:extLst>
                    <a:ext uri="{9D8B030D-6E8A-4147-A177-3AD203B41FA5}">
                      <a16:colId xmlns:a16="http://schemas.microsoft.com/office/drawing/2014/main" val="3078275856"/>
                    </a:ext>
                  </a:extLst>
                </a:gridCol>
                <a:gridCol w="4500137">
                  <a:extLst>
                    <a:ext uri="{9D8B030D-6E8A-4147-A177-3AD203B41FA5}">
                      <a16:colId xmlns:a16="http://schemas.microsoft.com/office/drawing/2014/main" val="506723524"/>
                    </a:ext>
                  </a:extLst>
                </a:gridCol>
              </a:tblGrid>
              <a:tr h="220973">
                <a:tc>
                  <a:txBody>
                    <a:bodyPr/>
                    <a:lstStyle/>
                    <a:p>
                      <a:pPr algn="l" fontAlgn="b">
                        <a:buNone/>
                      </a:pPr>
                      <a:r>
                        <a:rPr lang="en-US" sz="1600" b="0" i="0" u="none" strike="noStrike">
                          <a:solidFill>
                            <a:srgbClr val="000000"/>
                          </a:solidFill>
                          <a:effectLst/>
                          <a:latin typeface="Aptos Narrow" panose="020B0004020202020204" pitchFamily="34" charset="0"/>
                        </a:rPr>
                        <a:t>Original keyword search</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600" b="0" i="0" u="none" strike="noStrike" dirty="0">
                          <a:solidFill>
                            <a:srgbClr val="000000"/>
                          </a:solidFill>
                          <a:effectLst/>
                          <a:latin typeface="Aptos Narrow" panose="020B0004020202020204" pitchFamily="34" charset="0"/>
                        </a:rPr>
                        <a:t>Adjusted keyword search</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048716885"/>
                  </a:ext>
                </a:extLst>
              </a:tr>
              <a:tr h="220973">
                <a:tc>
                  <a:txBody>
                    <a:bodyPr/>
                    <a:lstStyle/>
                    <a:p>
                      <a:pPr algn="l" fontAlgn="b">
                        <a:buNone/>
                      </a:pPr>
                      <a:r>
                        <a:rPr lang="en-US" sz="1400" b="0" i="0" u="none" strike="noStrike">
                          <a:solidFill>
                            <a:srgbClr val="000000"/>
                          </a:solidFill>
                          <a:effectLst/>
                          <a:latin typeface="Aptos Narrow" panose="020B0004020202020204" pitchFamily="34" charset="0"/>
                        </a:rPr>
                        <a:t>AI Product Marketing</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400" b="0" i="0" u="none" strike="noStrike" dirty="0">
                          <a:solidFill>
                            <a:srgbClr val="000000"/>
                          </a:solidFill>
                          <a:effectLst/>
                          <a:latin typeface="Aptos Narrow" panose="020B0004020202020204" pitchFamily="34" charset="0"/>
                        </a:rPr>
                        <a:t> "AI Product marketing" OR "Artificial Intelligence Product marketing" OR "AI marketing"</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521854980"/>
                  </a:ext>
                </a:extLst>
              </a:tr>
              <a:tr h="220973">
                <a:tc>
                  <a:txBody>
                    <a:bodyPr/>
                    <a:lstStyle/>
                    <a:p>
                      <a:pPr algn="l" fontAlgn="b">
                        <a:buNone/>
                      </a:pPr>
                      <a:r>
                        <a:rPr lang="en-US" sz="1400" b="0" i="0" u="none" strike="noStrike" dirty="0">
                          <a:solidFill>
                            <a:srgbClr val="000000"/>
                          </a:solidFill>
                          <a:effectLst/>
                          <a:latin typeface="Aptos Narrow" panose="020B0004020202020204" pitchFamily="34" charset="0"/>
                        </a:rPr>
                        <a:t>AI/ML Lead</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400" b="0" i="0" u="none" strike="noStrike" dirty="0">
                          <a:solidFill>
                            <a:srgbClr val="000000"/>
                          </a:solidFill>
                          <a:effectLst/>
                          <a:latin typeface="Aptos Narrow" panose="020B0004020202020204" pitchFamily="34" charset="0"/>
                        </a:rPr>
                        <a:t>"AI/ML Lead" OR "Artificial Intelligence lead" OR "Machine Leading Lead"</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898452731"/>
                  </a:ext>
                </a:extLst>
              </a:tr>
              <a:tr h="220973">
                <a:tc>
                  <a:txBody>
                    <a:bodyPr/>
                    <a:lstStyle/>
                    <a:p>
                      <a:pPr algn="l" fontAlgn="b">
                        <a:buNone/>
                      </a:pPr>
                      <a:r>
                        <a:rPr lang="en-US" sz="1400" b="0" i="0" u="none" strike="noStrike">
                          <a:solidFill>
                            <a:srgbClr val="000000"/>
                          </a:solidFill>
                          <a:effectLst/>
                          <a:latin typeface="Aptos Narrow" panose="020B0004020202020204" pitchFamily="34" charset="0"/>
                        </a:rPr>
                        <a:t>AI/ML Developer</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it-IT" sz="1400" b="0" i="0" u="none" strike="noStrike" dirty="0">
                          <a:solidFill>
                            <a:srgbClr val="000000"/>
                          </a:solidFill>
                          <a:effectLst/>
                          <a:latin typeface="Aptos Narrow" panose="020B0004020202020204" pitchFamily="34" charset="0"/>
                        </a:rPr>
                        <a:t> "AI/ML Developer" OR "Developer AI/ML"</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51036504"/>
                  </a:ext>
                </a:extLst>
              </a:tr>
              <a:tr h="220973">
                <a:tc>
                  <a:txBody>
                    <a:bodyPr/>
                    <a:lstStyle/>
                    <a:p>
                      <a:pPr algn="l" fontAlgn="b">
                        <a:buNone/>
                      </a:pPr>
                      <a:r>
                        <a:rPr lang="en-US" sz="1400" b="0" i="0" u="none" strike="noStrike">
                          <a:solidFill>
                            <a:srgbClr val="000000"/>
                          </a:solidFill>
                          <a:effectLst/>
                          <a:latin typeface="Aptos Narrow" panose="020B0004020202020204" pitchFamily="34" charset="0"/>
                        </a:rPr>
                        <a:t>AI Agent roles</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it-IT" sz="1400" b="0" i="0" u="none" strike="noStrike" dirty="0">
                          <a:solidFill>
                            <a:srgbClr val="000000"/>
                          </a:solidFill>
                          <a:effectLst/>
                          <a:latin typeface="Aptos Narrow" panose="020B0004020202020204" pitchFamily="34" charset="0"/>
                        </a:rPr>
                        <a:t> "AI Agent" OR "AI Agents"</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957096801"/>
                  </a:ext>
                </a:extLst>
              </a:tr>
              <a:tr h="220973">
                <a:tc>
                  <a:txBody>
                    <a:bodyPr/>
                    <a:lstStyle/>
                    <a:p>
                      <a:pPr algn="l" fontAlgn="b">
                        <a:buNone/>
                      </a:pPr>
                      <a:r>
                        <a:rPr lang="en-US" sz="1400" b="0" i="0" u="none" strike="noStrike">
                          <a:solidFill>
                            <a:srgbClr val="000000"/>
                          </a:solidFill>
                          <a:effectLst/>
                          <a:latin typeface="Aptos Narrow" panose="020B0004020202020204" pitchFamily="34" charset="0"/>
                        </a:rPr>
                        <a:t>AI Product Manager</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400" b="0" i="0" u="none" strike="noStrike" dirty="0">
                          <a:solidFill>
                            <a:srgbClr val="000000"/>
                          </a:solidFill>
                          <a:effectLst/>
                          <a:latin typeface="Aptos Narrow" panose="020B0004020202020204" pitchFamily="34" charset="0"/>
                        </a:rPr>
                        <a:t> "AI Product Manager" OR "Product Manager AI"</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881678148"/>
                  </a:ext>
                </a:extLst>
              </a:tr>
              <a:tr h="220973">
                <a:tc>
                  <a:txBody>
                    <a:bodyPr/>
                    <a:lstStyle/>
                    <a:p>
                      <a:pPr algn="l" fontAlgn="b">
                        <a:buNone/>
                      </a:pPr>
                      <a:r>
                        <a:rPr lang="en-US" sz="1400" b="0" i="0" u="none" strike="noStrike">
                          <a:solidFill>
                            <a:srgbClr val="000000"/>
                          </a:solidFill>
                          <a:effectLst/>
                          <a:latin typeface="Aptos Narrow" panose="020B0004020202020204" pitchFamily="34" charset="0"/>
                        </a:rPr>
                        <a:t>Prompt Engineer</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400" b="0" i="0" u="none" strike="noStrike" dirty="0">
                          <a:solidFill>
                            <a:srgbClr val="000000"/>
                          </a:solidFill>
                          <a:effectLst/>
                          <a:latin typeface="Aptos Narrow" panose="020B0004020202020204" pitchFamily="34" charset="0"/>
                        </a:rPr>
                        <a:t> "Prompt Engineer" OR "Prompt Engineering"</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356975314"/>
                  </a:ext>
                </a:extLst>
              </a:tr>
              <a:tr h="220973">
                <a:tc>
                  <a:txBody>
                    <a:bodyPr/>
                    <a:lstStyle/>
                    <a:p>
                      <a:pPr algn="l" fontAlgn="b">
                        <a:buNone/>
                      </a:pPr>
                      <a:r>
                        <a:rPr lang="en-US" sz="1400" b="0" i="0" u="none" strike="noStrike">
                          <a:solidFill>
                            <a:srgbClr val="000000"/>
                          </a:solidFill>
                          <a:effectLst/>
                          <a:latin typeface="Aptos Narrow" panose="020B0004020202020204" pitchFamily="34" charset="0"/>
                        </a:rPr>
                        <a:t>AI Researcher</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400" b="0" i="0" u="none" strike="noStrike" dirty="0">
                          <a:solidFill>
                            <a:srgbClr val="000000"/>
                          </a:solidFill>
                          <a:effectLst/>
                          <a:latin typeface="Aptos Narrow" panose="020B0004020202020204" pitchFamily="34" charset="0"/>
                        </a:rPr>
                        <a:t>"AI Researcher" OR "Researcher AI"</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427988984"/>
                  </a:ext>
                </a:extLst>
              </a:tr>
              <a:tr h="220973">
                <a:tc>
                  <a:txBody>
                    <a:bodyPr/>
                    <a:lstStyle/>
                    <a:p>
                      <a:pPr algn="l" fontAlgn="b">
                        <a:buNone/>
                      </a:pPr>
                      <a:r>
                        <a:rPr lang="en-US" sz="1400" b="0" i="0" u="none" strike="noStrike">
                          <a:solidFill>
                            <a:srgbClr val="000000"/>
                          </a:solidFill>
                          <a:effectLst/>
                          <a:latin typeface="Aptos Narrow" panose="020B0004020202020204" pitchFamily="34" charset="0"/>
                        </a:rPr>
                        <a:t>AI Scientist</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it-IT" sz="1400" b="0" i="0" u="none" strike="noStrike" dirty="0">
                          <a:solidFill>
                            <a:srgbClr val="000000"/>
                          </a:solidFill>
                          <a:effectLst/>
                          <a:latin typeface="Aptos Narrow" panose="020B0004020202020204" pitchFamily="34" charset="0"/>
                        </a:rPr>
                        <a:t>"AI Scientist" OR "Scientist AI"</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929308771"/>
                  </a:ext>
                </a:extLst>
              </a:tr>
              <a:tr h="220973">
                <a:tc>
                  <a:txBody>
                    <a:bodyPr/>
                    <a:lstStyle/>
                    <a:p>
                      <a:pPr algn="l" fontAlgn="b">
                        <a:buNone/>
                      </a:pPr>
                      <a:r>
                        <a:rPr lang="en-US" sz="1400" b="0" i="0" u="none" strike="noStrike">
                          <a:solidFill>
                            <a:srgbClr val="000000"/>
                          </a:solidFill>
                          <a:effectLst/>
                          <a:latin typeface="Aptos Narrow" panose="020B0004020202020204" pitchFamily="34" charset="0"/>
                        </a:rPr>
                        <a:t>Responsible AI</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400" b="0" i="0" u="none" strike="noStrike" dirty="0">
                          <a:solidFill>
                            <a:srgbClr val="000000"/>
                          </a:solidFill>
                          <a:effectLst/>
                          <a:latin typeface="Aptos Narrow" panose="020B0004020202020204" pitchFamily="34" charset="0"/>
                        </a:rPr>
                        <a:t>"Responsible AI" OR "AI Governance" - the AI Governance is new</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967106425"/>
                  </a:ext>
                </a:extLst>
              </a:tr>
              <a:tr h="220973">
                <a:tc>
                  <a:txBody>
                    <a:bodyPr/>
                    <a:lstStyle/>
                    <a:p>
                      <a:pPr algn="l" fontAlgn="b">
                        <a:buNone/>
                      </a:pPr>
                      <a:r>
                        <a:rPr lang="en-US" sz="1400" b="0" i="0" u="none" strike="noStrike">
                          <a:solidFill>
                            <a:srgbClr val="000000"/>
                          </a:solidFill>
                          <a:effectLst/>
                          <a:latin typeface="Aptos Narrow" panose="020B0004020202020204" pitchFamily="34" charset="0"/>
                        </a:rPr>
                        <a:t>AI Architect</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400" b="0" i="0" u="none" strike="noStrike">
                          <a:solidFill>
                            <a:srgbClr val="000000"/>
                          </a:solidFill>
                          <a:effectLst/>
                          <a:latin typeface="Aptos Narrow" panose="020B0004020202020204" pitchFamily="34" charset="0"/>
                        </a:rPr>
                        <a:t>"AI Architect" OR "Architect AI"</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517656139"/>
                  </a:ext>
                </a:extLst>
              </a:tr>
              <a:tr h="220973">
                <a:tc>
                  <a:txBody>
                    <a:bodyPr/>
                    <a:lstStyle/>
                    <a:p>
                      <a:pPr algn="l" fontAlgn="b">
                        <a:buNone/>
                      </a:pPr>
                      <a:r>
                        <a:rPr lang="en-US" sz="1400" b="0" i="0" u="none" strike="noStrike">
                          <a:solidFill>
                            <a:srgbClr val="000000"/>
                          </a:solidFill>
                          <a:effectLst/>
                          <a:latin typeface="Aptos Narrow" panose="020B0004020202020204" pitchFamily="34" charset="0"/>
                        </a:rPr>
                        <a:t>AI Developer</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it-IT" sz="1400" b="0" i="0" u="none" strike="noStrike" dirty="0">
                          <a:solidFill>
                            <a:srgbClr val="000000"/>
                          </a:solidFill>
                          <a:effectLst/>
                          <a:latin typeface="Aptos Narrow" panose="020B0004020202020204" pitchFamily="34" charset="0"/>
                        </a:rPr>
                        <a:t>"AI Developer" OR "Developer AI"</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934038892"/>
                  </a:ext>
                </a:extLst>
              </a:tr>
              <a:tr h="220973">
                <a:tc>
                  <a:txBody>
                    <a:bodyPr/>
                    <a:lstStyle/>
                    <a:p>
                      <a:pPr algn="l" fontAlgn="b">
                        <a:buNone/>
                      </a:pPr>
                      <a:r>
                        <a:rPr lang="en-US" sz="1400" b="0" i="0" u="none" strike="noStrike">
                          <a:solidFill>
                            <a:srgbClr val="000000"/>
                          </a:solidFill>
                          <a:effectLst/>
                          <a:latin typeface="Aptos Narrow" panose="020B0004020202020204" pitchFamily="34" charset="0"/>
                        </a:rPr>
                        <a:t>AI/ML Engineer</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400" b="0" i="0" u="none" strike="noStrike" dirty="0">
                          <a:solidFill>
                            <a:srgbClr val="000000"/>
                          </a:solidFill>
                          <a:effectLst/>
                          <a:latin typeface="Aptos Narrow" panose="020B0004020202020204" pitchFamily="34" charset="0"/>
                        </a:rPr>
                        <a:t>"AI/ML Engineer" OR "Engineer AI/ML"</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554373004"/>
                  </a:ext>
                </a:extLst>
              </a:tr>
              <a:tr h="220973">
                <a:tc>
                  <a:txBody>
                    <a:bodyPr/>
                    <a:lstStyle/>
                    <a:p>
                      <a:pPr algn="l" fontAlgn="b">
                        <a:buNone/>
                      </a:pPr>
                      <a:r>
                        <a:rPr lang="en-US" sz="1400" b="0" i="0" u="none" strike="noStrike">
                          <a:solidFill>
                            <a:srgbClr val="000000"/>
                          </a:solidFill>
                          <a:effectLst/>
                          <a:latin typeface="Aptos Narrow" panose="020B0004020202020204" pitchFamily="34" charset="0"/>
                        </a:rPr>
                        <a:t>ML engineer</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400" b="0" i="0" u="none" strike="noStrike" dirty="0">
                          <a:solidFill>
                            <a:srgbClr val="000000"/>
                          </a:solidFill>
                          <a:effectLst/>
                          <a:latin typeface="Aptos Narrow" panose="020B0004020202020204" pitchFamily="34" charset="0"/>
                        </a:rPr>
                        <a:t>"ML Engineer" OR "Engineer ML"</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323479588"/>
                  </a:ext>
                </a:extLst>
              </a:tr>
              <a:tr h="220973">
                <a:tc>
                  <a:txBody>
                    <a:bodyPr/>
                    <a:lstStyle/>
                    <a:p>
                      <a:pPr algn="l" fontAlgn="b">
                        <a:buNone/>
                      </a:pPr>
                      <a:r>
                        <a:rPr lang="en-US" sz="1400" b="0" i="0" u="none" strike="noStrike">
                          <a:solidFill>
                            <a:srgbClr val="000000"/>
                          </a:solidFill>
                          <a:effectLst/>
                          <a:latin typeface="Aptos Narrow" panose="020B0004020202020204" pitchFamily="34" charset="0"/>
                        </a:rPr>
                        <a:t>Generative AI</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it-IT" sz="1400" b="0" i="0" u="none" strike="noStrike" dirty="0">
                          <a:solidFill>
                            <a:srgbClr val="000000"/>
                          </a:solidFill>
                          <a:effectLst/>
                          <a:latin typeface="Aptos Narrow" panose="020B0004020202020204" pitchFamily="34" charset="0"/>
                        </a:rPr>
                        <a:t> "Gen AI" OR "Generative AI"</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633922844"/>
                  </a:ext>
                </a:extLst>
              </a:tr>
              <a:tr h="220973">
                <a:tc>
                  <a:txBody>
                    <a:bodyPr/>
                    <a:lstStyle/>
                    <a:p>
                      <a:pPr algn="l" fontAlgn="b">
                        <a:buNone/>
                      </a:pPr>
                      <a:r>
                        <a:rPr lang="en-US" sz="1400" b="0" i="0" u="none" strike="noStrike">
                          <a:solidFill>
                            <a:srgbClr val="000000"/>
                          </a:solidFill>
                          <a:effectLst/>
                          <a:latin typeface="Aptos Narrow" panose="020B0004020202020204" pitchFamily="34" charset="0"/>
                        </a:rPr>
                        <a:t>AI Training</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400" b="0" i="0" u="none" strike="noStrike" dirty="0">
                          <a:solidFill>
                            <a:srgbClr val="000000"/>
                          </a:solidFill>
                          <a:effectLst/>
                          <a:latin typeface="Aptos Narrow" panose="020B0004020202020204" pitchFamily="34" charset="0"/>
                        </a:rPr>
                        <a:t>"AI Training" OR "AI Trainer"</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823347129"/>
                  </a:ext>
                </a:extLst>
              </a:tr>
              <a:tr h="220973">
                <a:tc>
                  <a:txBody>
                    <a:bodyPr/>
                    <a:lstStyle/>
                    <a:p>
                      <a:pPr algn="l" fontAlgn="b">
                        <a:buNone/>
                      </a:pPr>
                      <a:r>
                        <a:rPr lang="en-US" sz="1400" b="0" i="0" u="none" strike="noStrike">
                          <a:solidFill>
                            <a:srgbClr val="000000"/>
                          </a:solidFill>
                          <a:effectLst/>
                          <a:latin typeface="Aptos Narrow" panose="020B0004020202020204" pitchFamily="34" charset="0"/>
                        </a:rPr>
                        <a:t>AI engineer</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400" b="0" i="0" u="none" strike="noStrike" dirty="0">
                          <a:solidFill>
                            <a:srgbClr val="000000"/>
                          </a:solidFill>
                          <a:effectLst/>
                          <a:latin typeface="Aptos Narrow" panose="020B0004020202020204" pitchFamily="34" charset="0"/>
                        </a:rPr>
                        <a:t> "AI engineer" OR "Artificial Intelligence Engineer" OR "Engineer AI"</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470498039"/>
                  </a:ext>
                </a:extLst>
              </a:tr>
              <a:tr h="220973">
                <a:tc>
                  <a:txBody>
                    <a:bodyPr/>
                    <a:lstStyle/>
                    <a:p>
                      <a:pPr algn="l" fontAlgn="b">
                        <a:buNone/>
                      </a:pPr>
                      <a:r>
                        <a:rPr lang="en-US" sz="1400" b="0" i="0" u="none" strike="noStrike">
                          <a:solidFill>
                            <a:srgbClr val="000000"/>
                          </a:solidFill>
                          <a:effectLst/>
                          <a:latin typeface="Aptos Narrow" panose="020B0004020202020204" pitchFamily="34" charset="0"/>
                        </a:rPr>
                        <a:t>Data Science</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400" b="0" i="0" u="none" strike="noStrike" dirty="0">
                          <a:solidFill>
                            <a:srgbClr val="000000"/>
                          </a:solidFill>
                          <a:effectLst/>
                          <a:latin typeface="Aptos Narrow" panose="020B0004020202020204" pitchFamily="34" charset="0"/>
                        </a:rPr>
                        <a:t>"Data Science"</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985472550"/>
                  </a:ext>
                </a:extLst>
              </a:tr>
              <a:tr h="220973">
                <a:tc>
                  <a:txBody>
                    <a:bodyPr/>
                    <a:lstStyle/>
                    <a:p>
                      <a:pPr algn="l" fontAlgn="b">
                        <a:buNone/>
                      </a:pPr>
                      <a:r>
                        <a:rPr lang="en-US" sz="1400" b="0" i="0" u="none" strike="noStrike">
                          <a:solidFill>
                            <a:srgbClr val="000000"/>
                          </a:solidFill>
                          <a:effectLst/>
                          <a:latin typeface="Aptos Narrow" panose="020B0004020202020204" pitchFamily="34" charset="0"/>
                        </a:rPr>
                        <a:t>Data Scientist</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400" b="0" i="0" u="none" strike="noStrike" dirty="0">
                          <a:solidFill>
                            <a:srgbClr val="000000"/>
                          </a:solidFill>
                          <a:effectLst/>
                          <a:latin typeface="Aptos Narrow" panose="020B0004020202020204" pitchFamily="34" charset="0"/>
                        </a:rPr>
                        <a:t>"Data Scientist"</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019340894"/>
                  </a:ext>
                </a:extLst>
              </a:tr>
              <a:tr h="220973">
                <a:tc>
                  <a:txBody>
                    <a:bodyPr/>
                    <a:lstStyle/>
                    <a:p>
                      <a:pPr algn="l" fontAlgn="b">
                        <a:buNone/>
                      </a:pPr>
                      <a:r>
                        <a:rPr lang="en-US" sz="1400" b="0" i="0" u="none" strike="noStrike">
                          <a:solidFill>
                            <a:srgbClr val="000000"/>
                          </a:solidFill>
                          <a:effectLst/>
                          <a:latin typeface="Aptos Narrow" panose="020B0004020202020204" pitchFamily="34" charset="0"/>
                        </a:rPr>
                        <a:t>Data Engineer</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400" b="0" i="0" u="none" strike="noStrike" dirty="0">
                          <a:solidFill>
                            <a:srgbClr val="000000"/>
                          </a:solidFill>
                          <a:effectLst/>
                          <a:latin typeface="Aptos Narrow" panose="020B0004020202020204" pitchFamily="34" charset="0"/>
                        </a:rPr>
                        <a:t>"data engineer" OR "data engineering"</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011601420"/>
                  </a:ext>
                </a:extLst>
              </a:tr>
              <a:tr h="297171">
                <a:tc>
                  <a:txBody>
                    <a:bodyPr/>
                    <a:lstStyle/>
                    <a:p>
                      <a:pPr algn="l" fontAlgn="b">
                        <a:buNone/>
                      </a:pPr>
                      <a:r>
                        <a:rPr lang="en-US" sz="1400" b="0" i="0" u="none" strike="noStrike">
                          <a:solidFill>
                            <a:srgbClr val="000000"/>
                          </a:solidFill>
                          <a:effectLst/>
                          <a:latin typeface="Aptos Narrow" panose="020B0004020202020204" pitchFamily="34" charset="0"/>
                        </a:rPr>
                        <a:t>LLM Engineer</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400" b="0" i="0" u="none" strike="noStrike" dirty="0">
                          <a:solidFill>
                            <a:srgbClr val="000000"/>
                          </a:solidFill>
                          <a:effectLst/>
                          <a:latin typeface="Aptos Narrow" panose="020B0004020202020204" pitchFamily="34" charset="0"/>
                        </a:rPr>
                        <a:t>"LLM Engineer" OR "LLM Engineering"</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700009320"/>
                  </a:ext>
                </a:extLst>
              </a:tr>
              <a:tr h="220973">
                <a:tc>
                  <a:txBody>
                    <a:bodyPr/>
                    <a:lstStyle/>
                    <a:p>
                      <a:pPr algn="l" fontAlgn="b">
                        <a:buNone/>
                      </a:pPr>
                      <a:r>
                        <a:rPr lang="en-US" sz="1400" b="0" i="0" u="none" strike="noStrike">
                          <a:solidFill>
                            <a:srgbClr val="000000"/>
                          </a:solidFill>
                          <a:effectLst/>
                          <a:latin typeface="Aptos Narrow" panose="020B0004020202020204" pitchFamily="34" charset="0"/>
                        </a:rPr>
                        <a:t>AI Software Engineer</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400" b="0" i="0" u="none" strike="noStrike" dirty="0">
                          <a:solidFill>
                            <a:srgbClr val="000000"/>
                          </a:solidFill>
                          <a:effectLst/>
                          <a:latin typeface="Aptos Narrow" panose="020B0004020202020204" pitchFamily="34" charset="0"/>
                        </a:rPr>
                        <a:t>"AI software engineer" OR "AI software engineering" OR "software engineer AI"</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439296607"/>
                  </a:ext>
                </a:extLst>
              </a:tr>
              <a:tr h="220973">
                <a:tc>
                  <a:txBody>
                    <a:bodyPr/>
                    <a:lstStyle/>
                    <a:p>
                      <a:pPr algn="l" fontAlgn="b">
                        <a:buNone/>
                      </a:pPr>
                      <a:r>
                        <a:rPr lang="en-US" sz="1400" b="0" i="0" u="none" strike="noStrike">
                          <a:solidFill>
                            <a:srgbClr val="000000"/>
                          </a:solidFill>
                          <a:effectLst/>
                          <a:latin typeface="Aptos Narrow" panose="020B0004020202020204" pitchFamily="34" charset="0"/>
                        </a:rPr>
                        <a:t>AI Product Engineer</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400" b="0" i="0" u="none" strike="noStrike" dirty="0">
                          <a:solidFill>
                            <a:srgbClr val="000000"/>
                          </a:solidFill>
                          <a:effectLst/>
                          <a:latin typeface="Aptos Narrow" panose="020B0004020202020204" pitchFamily="34" charset="0"/>
                        </a:rPr>
                        <a:t>"AI product engineer" OR "Product engineer AI" OR "AI product engineering"</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935847027"/>
                  </a:ext>
                </a:extLst>
              </a:tr>
            </a:tbl>
          </a:graphicData>
        </a:graphic>
      </p:graphicFrame>
    </p:spTree>
    <p:extLst>
      <p:ext uri="{BB962C8B-B14F-4D97-AF65-F5344CB8AC3E}">
        <p14:creationId xmlns:p14="http://schemas.microsoft.com/office/powerpoint/2010/main" val="123754751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7FF47CB7-972F-479F-A36D-9E72D26EC8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0D153B68-5844-490D-8E67-F616D6D721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1766176" cy="2061837"/>
          </a:xfrm>
          <a:custGeom>
            <a:avLst/>
            <a:gdLst>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13657 w 10768629"/>
              <a:gd name="connsiteY144" fmla="*/ 1730706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40853 w 10768629"/>
              <a:gd name="connsiteY141" fmla="*/ 1657958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232341 w 10768629"/>
              <a:gd name="connsiteY179" fmla="*/ 1785942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232341 w 10768629"/>
              <a:gd name="connsiteY179" fmla="*/ 1785942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9462 w 10768629"/>
              <a:gd name="connsiteY48" fmla="*/ 987106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0257 w 10768629"/>
              <a:gd name="connsiteY182" fmla="*/ 1789615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84330 h 1978172"/>
              <a:gd name="connsiteX182" fmla="*/ 1120257 w 10768629"/>
              <a:gd name="connsiteY182" fmla="*/ 1789615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Lst>
            <a:rect l="l" t="t" r="r" b="b"/>
            <a:pathLst>
              <a:path w="10768629" h="1978172">
                <a:moveTo>
                  <a:pt x="0" y="0"/>
                </a:moveTo>
                <a:lnTo>
                  <a:pt x="10768629" y="0"/>
                </a:lnTo>
                <a:lnTo>
                  <a:pt x="10733254" y="31439"/>
                </a:lnTo>
                <a:lnTo>
                  <a:pt x="10727085" y="37910"/>
                </a:lnTo>
                <a:cubicBezTo>
                  <a:pt x="10712973" y="56080"/>
                  <a:pt x="10699457" y="78430"/>
                  <a:pt x="10675953" y="68623"/>
                </a:cubicBezTo>
                <a:cubicBezTo>
                  <a:pt x="10685972" y="89202"/>
                  <a:pt x="10641629" y="69781"/>
                  <a:pt x="10637091" y="90361"/>
                </a:cubicBezTo>
                <a:cubicBezTo>
                  <a:pt x="10635214" y="107005"/>
                  <a:pt x="10621323" y="104993"/>
                  <a:pt x="10610971" y="110764"/>
                </a:cubicBezTo>
                <a:cubicBezTo>
                  <a:pt x="10603980" y="127568"/>
                  <a:pt x="10551417" y="141180"/>
                  <a:pt x="10532872" y="138028"/>
                </a:cubicBezTo>
                <a:cubicBezTo>
                  <a:pt x="10480300" y="119072"/>
                  <a:pt x="10440532" y="186296"/>
                  <a:pt x="10398558" y="172911"/>
                </a:cubicBezTo>
                <a:cubicBezTo>
                  <a:pt x="10387708" y="174114"/>
                  <a:pt x="10378792" y="177646"/>
                  <a:pt x="10371128" y="182609"/>
                </a:cubicBezTo>
                <a:lnTo>
                  <a:pt x="10352178" y="199976"/>
                </a:lnTo>
                <a:lnTo>
                  <a:pt x="10351815" y="211879"/>
                </a:lnTo>
                <a:lnTo>
                  <a:pt x="10337471" y="218661"/>
                </a:lnTo>
                <a:lnTo>
                  <a:pt x="10334625" y="222351"/>
                </a:lnTo>
                <a:cubicBezTo>
                  <a:pt x="10321108" y="225227"/>
                  <a:pt x="10278615" y="228401"/>
                  <a:pt x="10256365" y="235917"/>
                </a:cubicBezTo>
                <a:cubicBezTo>
                  <a:pt x="10218136" y="258033"/>
                  <a:pt x="10224552" y="209685"/>
                  <a:pt x="10201127" y="267448"/>
                </a:cubicBezTo>
                <a:cubicBezTo>
                  <a:pt x="10121320" y="273476"/>
                  <a:pt x="10040763" y="345580"/>
                  <a:pt x="9961218" y="326720"/>
                </a:cubicBezTo>
                <a:cubicBezTo>
                  <a:pt x="9980173" y="341621"/>
                  <a:pt x="9883038" y="318484"/>
                  <a:pt x="9859715" y="355698"/>
                </a:cubicBezTo>
                <a:cubicBezTo>
                  <a:pt x="9812822" y="367758"/>
                  <a:pt x="9752089" y="383830"/>
                  <a:pt x="9679867" y="399081"/>
                </a:cubicBezTo>
                <a:cubicBezTo>
                  <a:pt x="9618357" y="415668"/>
                  <a:pt x="9525492" y="446315"/>
                  <a:pt x="9490654" y="455225"/>
                </a:cubicBezTo>
                <a:lnTo>
                  <a:pt x="9470837" y="452539"/>
                </a:lnTo>
                <a:lnTo>
                  <a:pt x="9469082" y="454891"/>
                </a:lnTo>
                <a:cubicBezTo>
                  <a:pt x="9460057" y="461184"/>
                  <a:pt x="9453495" y="461729"/>
                  <a:pt x="9448038" y="459733"/>
                </a:cubicBezTo>
                <a:lnTo>
                  <a:pt x="9396821" y="455795"/>
                </a:lnTo>
                <a:lnTo>
                  <a:pt x="9392197" y="459796"/>
                </a:lnTo>
                <a:lnTo>
                  <a:pt x="9347994" y="464462"/>
                </a:lnTo>
                <a:cubicBezTo>
                  <a:pt x="9347959" y="465155"/>
                  <a:pt x="9347925" y="465846"/>
                  <a:pt x="9347889" y="466539"/>
                </a:cubicBezTo>
                <a:cubicBezTo>
                  <a:pt x="9346648" y="471307"/>
                  <a:pt x="9343831" y="475025"/>
                  <a:pt x="9337639" y="476654"/>
                </a:cubicBezTo>
                <a:cubicBezTo>
                  <a:pt x="9354547" y="503661"/>
                  <a:pt x="9307720" y="510631"/>
                  <a:pt x="9287964" y="513052"/>
                </a:cubicBezTo>
                <a:cubicBezTo>
                  <a:pt x="9269905" y="526173"/>
                  <a:pt x="9245386" y="544358"/>
                  <a:pt x="9229283" y="555377"/>
                </a:cubicBezTo>
                <a:lnTo>
                  <a:pt x="9220274" y="557502"/>
                </a:lnTo>
                <a:cubicBezTo>
                  <a:pt x="9220250" y="557668"/>
                  <a:pt x="9220226" y="557835"/>
                  <a:pt x="9220202" y="558001"/>
                </a:cubicBezTo>
                <a:cubicBezTo>
                  <a:pt x="9218468" y="559434"/>
                  <a:pt x="9215591" y="560497"/>
                  <a:pt x="9210908" y="561147"/>
                </a:cubicBezTo>
                <a:lnTo>
                  <a:pt x="9186374" y="565502"/>
                </a:lnTo>
                <a:lnTo>
                  <a:pt x="9181058" y="569943"/>
                </a:lnTo>
                <a:lnTo>
                  <a:pt x="9167549" y="584727"/>
                </a:lnTo>
                <a:lnTo>
                  <a:pt x="9149110" y="598906"/>
                </a:lnTo>
                <a:cubicBezTo>
                  <a:pt x="9133575" y="594395"/>
                  <a:pt x="9087390" y="636567"/>
                  <a:pt x="9078556" y="644039"/>
                </a:cubicBezTo>
                <a:lnTo>
                  <a:pt x="8996399" y="690055"/>
                </a:lnTo>
                <a:cubicBezTo>
                  <a:pt x="8913147" y="777045"/>
                  <a:pt x="8867993" y="772591"/>
                  <a:pt x="8803791" y="813860"/>
                </a:cubicBezTo>
                <a:cubicBezTo>
                  <a:pt x="8745270" y="819906"/>
                  <a:pt x="8690049" y="823612"/>
                  <a:pt x="8636202" y="848463"/>
                </a:cubicBezTo>
                <a:cubicBezTo>
                  <a:pt x="8594799" y="860014"/>
                  <a:pt x="8568613" y="864779"/>
                  <a:pt x="8555372" y="883171"/>
                </a:cubicBezTo>
                <a:lnTo>
                  <a:pt x="8507229" y="901665"/>
                </a:lnTo>
                <a:lnTo>
                  <a:pt x="8428473" y="927985"/>
                </a:lnTo>
                <a:cubicBezTo>
                  <a:pt x="8428287" y="929817"/>
                  <a:pt x="8428100" y="931648"/>
                  <a:pt x="8427914" y="933480"/>
                </a:cubicBezTo>
                <a:lnTo>
                  <a:pt x="8420327" y="941984"/>
                </a:lnTo>
                <a:lnTo>
                  <a:pt x="8394729" y="948347"/>
                </a:lnTo>
                <a:lnTo>
                  <a:pt x="8380548" y="987916"/>
                </a:lnTo>
                <a:lnTo>
                  <a:pt x="8375330" y="965444"/>
                </a:lnTo>
                <a:cubicBezTo>
                  <a:pt x="8372375" y="964202"/>
                  <a:pt x="8344433" y="977378"/>
                  <a:pt x="8340796" y="980522"/>
                </a:cubicBezTo>
                <a:cubicBezTo>
                  <a:pt x="8328292" y="982128"/>
                  <a:pt x="8319237" y="991089"/>
                  <a:pt x="8304438" y="996739"/>
                </a:cubicBezTo>
                <a:cubicBezTo>
                  <a:pt x="8297193" y="1005683"/>
                  <a:pt x="8289328" y="1014568"/>
                  <a:pt x="8280929" y="1023089"/>
                </a:cubicBezTo>
                <a:lnTo>
                  <a:pt x="8275760" y="1027772"/>
                </a:lnTo>
                <a:lnTo>
                  <a:pt x="8275478" y="1027605"/>
                </a:lnTo>
                <a:cubicBezTo>
                  <a:pt x="8273970" y="1028076"/>
                  <a:pt x="8251461" y="1029408"/>
                  <a:pt x="8249003" y="1032033"/>
                </a:cubicBezTo>
                <a:lnTo>
                  <a:pt x="8203836" y="1037347"/>
                </a:lnTo>
                <a:cubicBezTo>
                  <a:pt x="8172789" y="1049890"/>
                  <a:pt x="8148166" y="1034625"/>
                  <a:pt x="8122936" y="1063113"/>
                </a:cubicBezTo>
                <a:cubicBezTo>
                  <a:pt x="8093850" y="1074757"/>
                  <a:pt x="8066781" y="1075350"/>
                  <a:pt x="8043658" y="1092746"/>
                </a:cubicBezTo>
                <a:cubicBezTo>
                  <a:pt x="8032157" y="1089174"/>
                  <a:pt x="8022145" y="1089998"/>
                  <a:pt x="8015351" y="1105478"/>
                </a:cubicBezTo>
                <a:cubicBezTo>
                  <a:pt x="7987544" y="1113006"/>
                  <a:pt x="7977708" y="1099152"/>
                  <a:pt x="7963145" y="1119346"/>
                </a:cubicBezTo>
                <a:cubicBezTo>
                  <a:pt x="7942622" y="1098880"/>
                  <a:pt x="7943760" y="1109516"/>
                  <a:pt x="7938145" y="1120225"/>
                </a:cubicBezTo>
                <a:lnTo>
                  <a:pt x="7937238" y="1121204"/>
                </a:lnTo>
                <a:lnTo>
                  <a:pt x="7934398" y="1118240"/>
                </a:lnTo>
                <a:lnTo>
                  <a:pt x="7918248" y="1124371"/>
                </a:lnTo>
                <a:lnTo>
                  <a:pt x="7914119" y="1127653"/>
                </a:lnTo>
                <a:cubicBezTo>
                  <a:pt x="7911201" y="1129547"/>
                  <a:pt x="7909169" y="1130331"/>
                  <a:pt x="7907658" y="1130350"/>
                </a:cubicBezTo>
                <a:lnTo>
                  <a:pt x="7907434" y="1130103"/>
                </a:lnTo>
                <a:lnTo>
                  <a:pt x="7901508" y="1133245"/>
                </a:lnTo>
                <a:cubicBezTo>
                  <a:pt x="7891644" y="1139271"/>
                  <a:pt x="7882185" y="1145815"/>
                  <a:pt x="7873287" y="1152609"/>
                </a:cubicBezTo>
                <a:cubicBezTo>
                  <a:pt x="7864672" y="1141906"/>
                  <a:pt x="7845199" y="1159242"/>
                  <a:pt x="7834833" y="1153868"/>
                </a:cubicBezTo>
                <a:lnTo>
                  <a:pt x="7828661" y="1139994"/>
                </a:lnTo>
                <a:lnTo>
                  <a:pt x="7823966" y="1143178"/>
                </a:lnTo>
                <a:lnTo>
                  <a:pt x="7815078" y="1151776"/>
                </a:lnTo>
                <a:cubicBezTo>
                  <a:pt x="7813692" y="1152943"/>
                  <a:pt x="7812687" y="1153116"/>
                  <a:pt x="7812026" y="1151522"/>
                </a:cubicBezTo>
                <a:cubicBezTo>
                  <a:pt x="7806555" y="1153054"/>
                  <a:pt x="7788673" y="1159989"/>
                  <a:pt x="7782249" y="1160970"/>
                </a:cubicBezTo>
                <a:lnTo>
                  <a:pt x="7773476" y="1157414"/>
                </a:lnTo>
                <a:lnTo>
                  <a:pt x="7769600" y="1157365"/>
                </a:lnTo>
                <a:lnTo>
                  <a:pt x="7752631" y="1172815"/>
                </a:lnTo>
                <a:lnTo>
                  <a:pt x="7739392" y="1192062"/>
                </a:lnTo>
                <a:lnTo>
                  <a:pt x="7677677" y="1216394"/>
                </a:lnTo>
                <a:lnTo>
                  <a:pt x="7586920" y="1261888"/>
                </a:lnTo>
                <a:cubicBezTo>
                  <a:pt x="7556723" y="1298911"/>
                  <a:pt x="7489187" y="1284518"/>
                  <a:pt x="7486100" y="1292563"/>
                </a:cubicBezTo>
                <a:cubicBezTo>
                  <a:pt x="7454875" y="1308356"/>
                  <a:pt x="7453335" y="1326361"/>
                  <a:pt x="7411323" y="1340732"/>
                </a:cubicBezTo>
                <a:cubicBezTo>
                  <a:pt x="7372519" y="1390006"/>
                  <a:pt x="7288617" y="1403664"/>
                  <a:pt x="7240698" y="1438832"/>
                </a:cubicBezTo>
                <a:cubicBezTo>
                  <a:pt x="7206467" y="1417136"/>
                  <a:pt x="7227555" y="1441678"/>
                  <a:pt x="7197675" y="1447530"/>
                </a:cubicBezTo>
                <a:cubicBezTo>
                  <a:pt x="7211601" y="1474927"/>
                  <a:pt x="7159483" y="1444981"/>
                  <a:pt x="7164788" y="1480293"/>
                </a:cubicBezTo>
                <a:cubicBezTo>
                  <a:pt x="7159184" y="1480240"/>
                  <a:pt x="7153584" y="1479075"/>
                  <a:pt x="7147929" y="1477641"/>
                </a:cubicBezTo>
                <a:lnTo>
                  <a:pt x="7144965" y="1476908"/>
                </a:lnTo>
                <a:lnTo>
                  <a:pt x="7134299" y="1479969"/>
                </a:lnTo>
                <a:lnTo>
                  <a:pt x="7129809" y="1473339"/>
                </a:lnTo>
                <a:lnTo>
                  <a:pt x="7112688" y="1472575"/>
                </a:lnTo>
                <a:cubicBezTo>
                  <a:pt x="7106506" y="1473449"/>
                  <a:pt x="7100123" y="1475741"/>
                  <a:pt x="7093470" y="1480300"/>
                </a:cubicBezTo>
                <a:cubicBezTo>
                  <a:pt x="7079039" y="1501274"/>
                  <a:pt x="7048991" y="1495718"/>
                  <a:pt x="7025034" y="1506934"/>
                </a:cubicBezTo>
                <a:lnTo>
                  <a:pt x="7014783" y="1515868"/>
                </a:lnTo>
                <a:lnTo>
                  <a:pt x="6979706" y="1523511"/>
                </a:lnTo>
                <a:lnTo>
                  <a:pt x="6977890" y="1525793"/>
                </a:lnTo>
                <a:cubicBezTo>
                  <a:pt x="6971996" y="1527914"/>
                  <a:pt x="6959488" y="1529941"/>
                  <a:pt x="6944339" y="1536237"/>
                </a:cubicBezTo>
                <a:lnTo>
                  <a:pt x="6886996" y="1563569"/>
                </a:lnTo>
                <a:lnTo>
                  <a:pt x="6874510" y="1558469"/>
                </a:lnTo>
                <a:lnTo>
                  <a:pt x="6871943" y="1554651"/>
                </a:lnTo>
                <a:lnTo>
                  <a:pt x="6856174" y="1562024"/>
                </a:lnTo>
                <a:lnTo>
                  <a:pt x="6842321" y="1560554"/>
                </a:lnTo>
                <a:lnTo>
                  <a:pt x="6832713" y="1569357"/>
                </a:lnTo>
                <a:lnTo>
                  <a:pt x="6816351" y="1571495"/>
                </a:lnTo>
                <a:cubicBezTo>
                  <a:pt x="6810216" y="1571510"/>
                  <a:pt x="6803310" y="1571324"/>
                  <a:pt x="6795800" y="1572010"/>
                </a:cubicBezTo>
                <a:lnTo>
                  <a:pt x="6777546" y="1568661"/>
                </a:lnTo>
                <a:lnTo>
                  <a:pt x="6751528" y="1574143"/>
                </a:lnTo>
                <a:cubicBezTo>
                  <a:pt x="6731455" y="1578562"/>
                  <a:pt x="6712054" y="1582098"/>
                  <a:pt x="6691966" y="1582255"/>
                </a:cubicBezTo>
                <a:cubicBezTo>
                  <a:pt x="6677921" y="1590738"/>
                  <a:pt x="6663787" y="1595441"/>
                  <a:pt x="6646941" y="1588471"/>
                </a:cubicBezTo>
                <a:cubicBezTo>
                  <a:pt x="6605135" y="1597971"/>
                  <a:pt x="6598373" y="1612583"/>
                  <a:pt x="6568576" y="1606488"/>
                </a:cubicBezTo>
                <a:cubicBezTo>
                  <a:pt x="6562510" y="1614734"/>
                  <a:pt x="6558067" y="1619360"/>
                  <a:pt x="6554358" y="1621701"/>
                </a:cubicBezTo>
                <a:cubicBezTo>
                  <a:pt x="6543227" y="1628727"/>
                  <a:pt x="6538724" y="1615196"/>
                  <a:pt x="6516968" y="1617195"/>
                </a:cubicBezTo>
                <a:cubicBezTo>
                  <a:pt x="6493173" y="1617368"/>
                  <a:pt x="6528193" y="1598652"/>
                  <a:pt x="6506479" y="1602227"/>
                </a:cubicBezTo>
                <a:cubicBezTo>
                  <a:pt x="6486674" y="1613929"/>
                  <a:pt x="6478484" y="1593997"/>
                  <a:pt x="6458436" y="1607332"/>
                </a:cubicBezTo>
                <a:cubicBezTo>
                  <a:pt x="6471168" y="1620800"/>
                  <a:pt x="6410323" y="1615478"/>
                  <a:pt x="6414786" y="1628815"/>
                </a:cubicBezTo>
                <a:cubicBezTo>
                  <a:pt x="6385942" y="1615041"/>
                  <a:pt x="6386569" y="1640238"/>
                  <a:pt x="6357085" y="1640846"/>
                </a:cubicBezTo>
                <a:cubicBezTo>
                  <a:pt x="6341163" y="1636809"/>
                  <a:pt x="6331497" y="1637754"/>
                  <a:pt x="6322636" y="1648213"/>
                </a:cubicBezTo>
                <a:cubicBezTo>
                  <a:pt x="6248448" y="1627802"/>
                  <a:pt x="6286748" y="1654976"/>
                  <a:pt x="6226172" y="1654676"/>
                </a:cubicBezTo>
                <a:lnTo>
                  <a:pt x="6221217" y="1654506"/>
                </a:lnTo>
                <a:lnTo>
                  <a:pt x="6204956" y="1664280"/>
                </a:lnTo>
                <a:cubicBezTo>
                  <a:pt x="6204728" y="1665114"/>
                  <a:pt x="6204498" y="1665947"/>
                  <a:pt x="6204270" y="1666782"/>
                </a:cubicBezTo>
                <a:lnTo>
                  <a:pt x="6143810" y="1661963"/>
                </a:lnTo>
                <a:lnTo>
                  <a:pt x="6136560" y="1665728"/>
                </a:lnTo>
                <a:lnTo>
                  <a:pt x="6096155" y="1656951"/>
                </a:lnTo>
                <a:lnTo>
                  <a:pt x="6075812" y="1655422"/>
                </a:lnTo>
                <a:lnTo>
                  <a:pt x="6039495" y="1649680"/>
                </a:lnTo>
                <a:lnTo>
                  <a:pt x="6036523" y="1652121"/>
                </a:lnTo>
                <a:lnTo>
                  <a:pt x="6029328" y="1649904"/>
                </a:lnTo>
                <a:lnTo>
                  <a:pt x="6024075" y="1652779"/>
                </a:lnTo>
                <a:lnTo>
                  <a:pt x="6018085" y="1652030"/>
                </a:lnTo>
                <a:cubicBezTo>
                  <a:pt x="6006658" y="1653831"/>
                  <a:pt x="5968194" y="1662035"/>
                  <a:pt x="5955513" y="1663584"/>
                </a:cubicBezTo>
                <a:lnTo>
                  <a:pt x="5941996" y="1661326"/>
                </a:lnTo>
                <a:lnTo>
                  <a:pt x="5931789" y="1669915"/>
                </a:lnTo>
                <a:lnTo>
                  <a:pt x="5888686" y="1672175"/>
                </a:lnTo>
                <a:lnTo>
                  <a:pt x="5873794" y="1665454"/>
                </a:lnTo>
                <a:lnTo>
                  <a:pt x="5860022" y="1660635"/>
                </a:lnTo>
                <a:lnTo>
                  <a:pt x="5858237" y="1660649"/>
                </a:lnTo>
                <a:lnTo>
                  <a:pt x="5840319" y="1660798"/>
                </a:lnTo>
                <a:lnTo>
                  <a:pt x="5806984" y="1661075"/>
                </a:lnTo>
                <a:cubicBezTo>
                  <a:pt x="5785708" y="1661533"/>
                  <a:pt x="5764126" y="1662974"/>
                  <a:pt x="5742351" y="1667489"/>
                </a:cubicBezTo>
                <a:cubicBezTo>
                  <a:pt x="5659069" y="1645168"/>
                  <a:pt x="5615134" y="1706361"/>
                  <a:pt x="5521171" y="1671626"/>
                </a:cubicBezTo>
                <a:cubicBezTo>
                  <a:pt x="5491803" y="1671296"/>
                  <a:pt x="5498089" y="1662666"/>
                  <a:pt x="5457384" y="1683952"/>
                </a:cubicBezTo>
                <a:cubicBezTo>
                  <a:pt x="5356959" y="1699287"/>
                  <a:pt x="5078905" y="1774579"/>
                  <a:pt x="4950070" y="1748401"/>
                </a:cubicBezTo>
                <a:cubicBezTo>
                  <a:pt x="4918276" y="1752255"/>
                  <a:pt x="4891043" y="1756936"/>
                  <a:pt x="4872172" y="1757222"/>
                </a:cubicBezTo>
                <a:lnTo>
                  <a:pt x="4809524" y="1761033"/>
                </a:lnTo>
                <a:cubicBezTo>
                  <a:pt x="4791324" y="1772975"/>
                  <a:pt x="4777258" y="1754591"/>
                  <a:pt x="4759058" y="1766533"/>
                </a:cubicBezTo>
                <a:cubicBezTo>
                  <a:pt x="4747481" y="1770744"/>
                  <a:pt x="4734604" y="1772921"/>
                  <a:pt x="4719749" y="1771811"/>
                </a:cubicBezTo>
                <a:cubicBezTo>
                  <a:pt x="4671168" y="1780243"/>
                  <a:pt x="4634134" y="1775931"/>
                  <a:pt x="4568686" y="1786141"/>
                </a:cubicBezTo>
                <a:cubicBezTo>
                  <a:pt x="4544667" y="1777910"/>
                  <a:pt x="4432547" y="1778168"/>
                  <a:pt x="4418751" y="1796932"/>
                </a:cubicBezTo>
                <a:cubicBezTo>
                  <a:pt x="4403360" y="1801488"/>
                  <a:pt x="4385278" y="1795746"/>
                  <a:pt x="4378377" y="1815528"/>
                </a:cubicBezTo>
                <a:cubicBezTo>
                  <a:pt x="4366870" y="1839461"/>
                  <a:pt x="4337372" y="1814003"/>
                  <a:pt x="4320575" y="1832722"/>
                </a:cubicBezTo>
                <a:cubicBezTo>
                  <a:pt x="4277898" y="1857053"/>
                  <a:pt x="4243945" y="1846759"/>
                  <a:pt x="4211935" y="1860177"/>
                </a:cubicBezTo>
                <a:cubicBezTo>
                  <a:pt x="4181519" y="1859584"/>
                  <a:pt x="4171342" y="1859762"/>
                  <a:pt x="4101228" y="1868717"/>
                </a:cubicBezTo>
                <a:cubicBezTo>
                  <a:pt x="4080159" y="1876188"/>
                  <a:pt x="4039427" y="1877381"/>
                  <a:pt x="3973223" y="1881015"/>
                </a:cubicBezTo>
                <a:cubicBezTo>
                  <a:pt x="3971330" y="1884974"/>
                  <a:pt x="3952843" y="1879225"/>
                  <a:pt x="3900992" y="1880603"/>
                </a:cubicBezTo>
                <a:cubicBezTo>
                  <a:pt x="3849141" y="1881981"/>
                  <a:pt x="3740060" y="1895686"/>
                  <a:pt x="3662119" y="1889285"/>
                </a:cubicBezTo>
                <a:cubicBezTo>
                  <a:pt x="3565155" y="1881322"/>
                  <a:pt x="3613412" y="1915150"/>
                  <a:pt x="3496919" y="1873180"/>
                </a:cubicBezTo>
                <a:cubicBezTo>
                  <a:pt x="3488062" y="1895719"/>
                  <a:pt x="3474293" y="1876288"/>
                  <a:pt x="3449433" y="1889681"/>
                </a:cubicBezTo>
                <a:cubicBezTo>
                  <a:pt x="3406553" y="1891629"/>
                  <a:pt x="3413217" y="1897797"/>
                  <a:pt x="3369766" y="1916653"/>
                </a:cubicBezTo>
                <a:cubicBezTo>
                  <a:pt x="3338805" y="1929531"/>
                  <a:pt x="3289487" y="1928617"/>
                  <a:pt x="3269672" y="1938036"/>
                </a:cubicBezTo>
                <a:lnTo>
                  <a:pt x="3224897" y="1943733"/>
                </a:lnTo>
                <a:cubicBezTo>
                  <a:pt x="3188693" y="1949271"/>
                  <a:pt x="3178540" y="1909145"/>
                  <a:pt x="3161463" y="1946591"/>
                </a:cubicBezTo>
                <a:lnTo>
                  <a:pt x="3112044" y="1935614"/>
                </a:lnTo>
                <a:lnTo>
                  <a:pt x="3069716" y="1930463"/>
                </a:lnTo>
                <a:cubicBezTo>
                  <a:pt x="3049937" y="1924285"/>
                  <a:pt x="3047816" y="1925644"/>
                  <a:pt x="3005773" y="1915878"/>
                </a:cubicBezTo>
                <a:cubicBezTo>
                  <a:pt x="2978838" y="1921092"/>
                  <a:pt x="2967972" y="1927319"/>
                  <a:pt x="2897201" y="1926772"/>
                </a:cubicBezTo>
                <a:lnTo>
                  <a:pt x="2783891" y="1931749"/>
                </a:lnTo>
                <a:cubicBezTo>
                  <a:pt x="2753098" y="1932794"/>
                  <a:pt x="2731621" y="1915151"/>
                  <a:pt x="2712447" y="1933044"/>
                </a:cubicBezTo>
                <a:cubicBezTo>
                  <a:pt x="2621923" y="1990472"/>
                  <a:pt x="2637976" y="1949546"/>
                  <a:pt x="2560151" y="1963609"/>
                </a:cubicBezTo>
                <a:cubicBezTo>
                  <a:pt x="2472084" y="1973456"/>
                  <a:pt x="2423631" y="1962133"/>
                  <a:pt x="2367221" y="1971884"/>
                </a:cubicBezTo>
                <a:cubicBezTo>
                  <a:pt x="2355331" y="1950582"/>
                  <a:pt x="2295649" y="1950006"/>
                  <a:pt x="2272130" y="1961162"/>
                </a:cubicBezTo>
                <a:cubicBezTo>
                  <a:pt x="2229336" y="1964326"/>
                  <a:pt x="2232627" y="1943953"/>
                  <a:pt x="2189404" y="1978172"/>
                </a:cubicBezTo>
                <a:cubicBezTo>
                  <a:pt x="2153824" y="1968017"/>
                  <a:pt x="2114605" y="1969166"/>
                  <a:pt x="2077704" y="1965002"/>
                </a:cubicBezTo>
                <a:cubicBezTo>
                  <a:pt x="2053064" y="1962036"/>
                  <a:pt x="2051584" y="1971011"/>
                  <a:pt x="2033299" y="1969042"/>
                </a:cubicBezTo>
                <a:cubicBezTo>
                  <a:pt x="2015014" y="1967073"/>
                  <a:pt x="1998956" y="1958903"/>
                  <a:pt x="1967996" y="1953187"/>
                </a:cubicBezTo>
                <a:cubicBezTo>
                  <a:pt x="1924117" y="1970917"/>
                  <a:pt x="1915668" y="1940297"/>
                  <a:pt x="1855805" y="1926082"/>
                </a:cubicBezTo>
                <a:cubicBezTo>
                  <a:pt x="1830663" y="1943732"/>
                  <a:pt x="1810564" y="1935694"/>
                  <a:pt x="1790957" y="1919460"/>
                </a:cubicBezTo>
                <a:cubicBezTo>
                  <a:pt x="1732588" y="1924884"/>
                  <a:pt x="1679506" y="1900619"/>
                  <a:pt x="1613978" y="1891581"/>
                </a:cubicBezTo>
                <a:cubicBezTo>
                  <a:pt x="1542961" y="1912227"/>
                  <a:pt x="1506863" y="1865666"/>
                  <a:pt x="1436831" y="1856201"/>
                </a:cubicBezTo>
                <a:cubicBezTo>
                  <a:pt x="1409149" y="1862955"/>
                  <a:pt x="1416370" y="1829853"/>
                  <a:pt x="1357365" y="1832140"/>
                </a:cubicBezTo>
                <a:cubicBezTo>
                  <a:pt x="1285880" y="1811785"/>
                  <a:pt x="1273193" y="1786872"/>
                  <a:pt x="1232341" y="1785942"/>
                </a:cubicBezTo>
                <a:cubicBezTo>
                  <a:pt x="1223903" y="1792798"/>
                  <a:pt x="1160576" y="1793911"/>
                  <a:pt x="1162595" y="1784330"/>
                </a:cubicBezTo>
                <a:cubicBezTo>
                  <a:pt x="1153167" y="1787110"/>
                  <a:pt x="1122206" y="1805077"/>
                  <a:pt x="1120257" y="1789615"/>
                </a:cubicBezTo>
                <a:cubicBezTo>
                  <a:pt x="1073149" y="1786750"/>
                  <a:pt x="1034361" y="1768718"/>
                  <a:pt x="991903" y="1786741"/>
                </a:cubicBezTo>
                <a:cubicBezTo>
                  <a:pt x="966383" y="1781126"/>
                  <a:pt x="949501" y="1800915"/>
                  <a:pt x="883960" y="1809389"/>
                </a:cubicBezTo>
                <a:cubicBezTo>
                  <a:pt x="836064" y="1808194"/>
                  <a:pt x="826980" y="1826610"/>
                  <a:pt x="766531" y="1805053"/>
                </a:cubicBezTo>
                <a:cubicBezTo>
                  <a:pt x="732778" y="1801141"/>
                  <a:pt x="694055" y="1787044"/>
                  <a:pt x="669779" y="1800537"/>
                </a:cubicBezTo>
                <a:cubicBezTo>
                  <a:pt x="645252" y="1794709"/>
                  <a:pt x="563495" y="1813232"/>
                  <a:pt x="523898" y="1811085"/>
                </a:cubicBezTo>
                <a:cubicBezTo>
                  <a:pt x="457555" y="1798530"/>
                  <a:pt x="395227" y="1824052"/>
                  <a:pt x="360251" y="1830735"/>
                </a:cubicBezTo>
                <a:cubicBezTo>
                  <a:pt x="313564" y="1825583"/>
                  <a:pt x="298281" y="1811622"/>
                  <a:pt x="255207" y="1818275"/>
                </a:cubicBezTo>
                <a:cubicBezTo>
                  <a:pt x="206572" y="1839769"/>
                  <a:pt x="160277" y="1836800"/>
                  <a:pt x="101803" y="1870647"/>
                </a:cubicBezTo>
                <a:cubicBezTo>
                  <a:pt x="85849" y="1910002"/>
                  <a:pt x="27997" y="1845258"/>
                  <a:pt x="25397" y="1888443"/>
                </a:cubicBezTo>
                <a:cubicBezTo>
                  <a:pt x="19096" y="1881154"/>
                  <a:pt x="11260" y="1878398"/>
                  <a:pt x="2370" y="1878311"/>
                </a:cubicBezTo>
                <a:lnTo>
                  <a:pt x="0" y="1878785"/>
                </a:lnTo>
                <a:lnTo>
                  <a:pt x="0" y="0"/>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descr="Slide title - Global job data with “AI” as keyword – &#10;List of a few companies and number of open roles. A few of the companies are:&#10;Microsoft&#10;EY&#10;AWS&#10;Cnonical&#10;Accenture in India&#10;Deloitte&#10;NVIDIA">
            <a:extLst>
              <a:ext uri="{FF2B5EF4-FFF2-40B4-BE49-F238E27FC236}">
                <a16:creationId xmlns:a16="http://schemas.microsoft.com/office/drawing/2014/main" id="{32996CC5-405B-39B2-7F29-E6FFBE3B3528}"/>
              </a:ext>
            </a:extLst>
          </p:cNvPr>
          <p:cNvSpPr>
            <a:spLocks noGrp="1"/>
          </p:cNvSpPr>
          <p:nvPr>
            <p:ph type="title"/>
          </p:nvPr>
        </p:nvSpPr>
        <p:spPr>
          <a:xfrm>
            <a:off x="1089430" y="65575"/>
            <a:ext cx="9392421" cy="1330841"/>
          </a:xfrm>
        </p:spPr>
        <p:txBody>
          <a:bodyPr vert="horz" lIns="91440" tIns="45720" rIns="91440" bIns="45720" rtlCol="0" anchor="ctr">
            <a:normAutofit/>
          </a:bodyPr>
          <a:lstStyle/>
          <a:p>
            <a:r>
              <a:rPr lang="en-US" sz="2800" kern="1200" dirty="0">
                <a:solidFill>
                  <a:schemeClr val="tx1"/>
                </a:solidFill>
                <a:latin typeface="+mj-lt"/>
                <a:ea typeface="+mj-ea"/>
                <a:cs typeface="+mj-cs"/>
              </a:rPr>
              <a:t>Global job data with "AI" as keyword –</a:t>
            </a:r>
            <a:br>
              <a:rPr lang="en-US" sz="2800" kern="1200" dirty="0">
                <a:solidFill>
                  <a:schemeClr val="tx1"/>
                </a:solidFill>
                <a:latin typeface="+mj-lt"/>
                <a:ea typeface="+mj-ea"/>
                <a:cs typeface="+mj-cs"/>
              </a:rPr>
            </a:br>
            <a:r>
              <a:rPr lang="en-US" sz="2800" kern="1200" dirty="0">
                <a:solidFill>
                  <a:schemeClr val="tx1"/>
                </a:solidFill>
                <a:latin typeface="+mj-lt"/>
                <a:ea typeface="+mj-ea"/>
                <a:cs typeface="+mj-cs"/>
              </a:rPr>
              <a:t/>
            </a:r>
            <a:br>
              <a:rPr lang="en-US" sz="2800" kern="1200" dirty="0">
                <a:solidFill>
                  <a:schemeClr val="tx1"/>
                </a:solidFill>
                <a:latin typeface="+mj-lt"/>
                <a:ea typeface="+mj-ea"/>
                <a:cs typeface="+mj-cs"/>
              </a:rPr>
            </a:br>
            <a:endParaRPr lang="en-US" sz="2800" kern="1200" dirty="0">
              <a:solidFill>
                <a:schemeClr val="tx1"/>
              </a:solidFill>
              <a:latin typeface="+mj-lt"/>
              <a:ea typeface="+mj-ea"/>
              <a:cs typeface="+mj-cs"/>
            </a:endParaRPr>
          </a:p>
        </p:txBody>
      </p:sp>
      <p:sp>
        <p:nvSpPr>
          <p:cNvPr id="6" name="TextBox 5">
            <a:extLst>
              <a:ext uri="{FF2B5EF4-FFF2-40B4-BE49-F238E27FC236}">
                <a16:creationId xmlns:a16="http://schemas.microsoft.com/office/drawing/2014/main" id="{A443A559-8B9D-5957-A326-44C4DA061AD4}"/>
              </a:ext>
            </a:extLst>
          </p:cNvPr>
          <p:cNvSpPr txBox="1"/>
          <p:nvPr/>
        </p:nvSpPr>
        <p:spPr>
          <a:xfrm>
            <a:off x="85502" y="1632307"/>
            <a:ext cx="4739523" cy="3917773"/>
          </a:xfrm>
          <a:prstGeom prst="rect">
            <a:avLst/>
          </a:prstGeom>
        </p:spPr>
        <p:txBody>
          <a:bodyPr vert="horz" lIns="91440" tIns="45720" rIns="91440" bIns="45720" rtlCol="0">
            <a:normAutofit/>
          </a:bodyPr>
          <a:lstStyle/>
          <a:p>
            <a:pPr>
              <a:lnSpc>
                <a:spcPct val="90000"/>
              </a:lnSpc>
              <a:spcAft>
                <a:spcPts val="600"/>
              </a:spcAft>
            </a:pPr>
            <a:r>
              <a:rPr lang="en-US" sz="2000" dirty="0"/>
              <a:t>Company highlights:</a:t>
            </a:r>
          </a:p>
          <a:p>
            <a:pPr marL="57150">
              <a:lnSpc>
                <a:spcPct val="90000"/>
              </a:lnSpc>
              <a:spcAft>
                <a:spcPts val="600"/>
              </a:spcAft>
            </a:pPr>
            <a:endParaRPr lang="en-US" sz="2000" dirty="0"/>
          </a:p>
          <a:p>
            <a:pPr marL="285750" indent="-228600">
              <a:lnSpc>
                <a:spcPct val="90000"/>
              </a:lnSpc>
              <a:spcAft>
                <a:spcPts val="600"/>
              </a:spcAft>
              <a:buFont typeface="Arial" panose="020B0604020202020204" pitchFamily="34" charset="0"/>
              <a:buChar char="•"/>
            </a:pPr>
            <a:endParaRPr lang="en-US" sz="2000" dirty="0"/>
          </a:p>
        </p:txBody>
      </p:sp>
      <p:sp>
        <p:nvSpPr>
          <p:cNvPr id="16" name="Freeform: Shape 15">
            <a:extLst>
              <a:ext uri="{FF2B5EF4-FFF2-40B4-BE49-F238E27FC236}">
                <a16:creationId xmlns:a16="http://schemas.microsoft.com/office/drawing/2014/main" id="{9A0D773F-7A7D-4DBB-9DEA-86BB8B8F4BC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5381624" y="6209414"/>
            <a:ext cx="6810375" cy="648586"/>
          </a:xfrm>
          <a:custGeom>
            <a:avLst/>
            <a:gdLst>
              <a:gd name="connsiteX0" fmla="*/ 0 w 10753706"/>
              <a:gd name="connsiteY0" fmla="*/ 0 h 1027260"/>
              <a:gd name="connsiteX1" fmla="*/ 10753706 w 10753706"/>
              <a:gd name="connsiteY1" fmla="*/ 0 h 1027260"/>
              <a:gd name="connsiteX2" fmla="*/ 10748809 w 10753706"/>
              <a:gd name="connsiteY2" fmla="*/ 2522 h 1027260"/>
              <a:gd name="connsiteX3" fmla="*/ 10725330 w 10753706"/>
              <a:gd name="connsiteY3" fmla="*/ 11977 h 1027260"/>
              <a:gd name="connsiteX4" fmla="*/ 10615423 w 10753706"/>
              <a:gd name="connsiteY4" fmla="*/ 52967 h 1027260"/>
              <a:gd name="connsiteX5" fmla="*/ 10533936 w 10753706"/>
              <a:gd name="connsiteY5" fmla="*/ 53095 h 1027260"/>
              <a:gd name="connsiteX6" fmla="*/ 10466876 w 10753706"/>
              <a:gd name="connsiteY6" fmla="*/ 45180 h 1027260"/>
              <a:gd name="connsiteX7" fmla="*/ 10355090 w 10753706"/>
              <a:gd name="connsiteY7" fmla="*/ 89741 h 1027260"/>
              <a:gd name="connsiteX8" fmla="*/ 10087145 w 10753706"/>
              <a:gd name="connsiteY8" fmla="*/ 66115 h 1027260"/>
              <a:gd name="connsiteX9" fmla="*/ 10015902 w 10753706"/>
              <a:gd name="connsiteY9" fmla="*/ 76178 h 1027260"/>
              <a:gd name="connsiteX10" fmla="*/ 9806005 w 10753706"/>
              <a:gd name="connsiteY10" fmla="*/ 102435 h 1027260"/>
              <a:gd name="connsiteX11" fmla="*/ 9602583 w 10753706"/>
              <a:gd name="connsiteY11" fmla="*/ 179170 h 1027260"/>
              <a:gd name="connsiteX12" fmla="*/ 9469719 w 10753706"/>
              <a:gd name="connsiteY12" fmla="*/ 174721 h 1027260"/>
              <a:gd name="connsiteX13" fmla="*/ 9408692 w 10753706"/>
              <a:gd name="connsiteY13" fmla="*/ 189513 h 1027260"/>
              <a:gd name="connsiteX14" fmla="*/ 9364151 w 10753706"/>
              <a:gd name="connsiteY14" fmla="*/ 194072 h 1027260"/>
              <a:gd name="connsiteX15" fmla="*/ 9337751 w 10753706"/>
              <a:gd name="connsiteY15" fmla="*/ 197579 h 1027260"/>
              <a:gd name="connsiteX16" fmla="*/ 9297166 w 10753706"/>
              <a:gd name="connsiteY16" fmla="*/ 216558 h 1027260"/>
              <a:gd name="connsiteX17" fmla="*/ 9123859 w 10753706"/>
              <a:gd name="connsiteY17" fmla="*/ 237356 h 1027260"/>
              <a:gd name="connsiteX18" fmla="*/ 8950741 w 10753706"/>
              <a:gd name="connsiteY18" fmla="*/ 238020 h 1027260"/>
              <a:gd name="connsiteX19" fmla="*/ 8718236 w 10753706"/>
              <a:gd name="connsiteY19" fmla="*/ 303148 h 1027260"/>
              <a:gd name="connsiteX20" fmla="*/ 8694011 w 10753706"/>
              <a:gd name="connsiteY20" fmla="*/ 308812 h 1027260"/>
              <a:gd name="connsiteX21" fmla="*/ 8611976 w 10753706"/>
              <a:gd name="connsiteY21" fmla="*/ 324819 h 1027260"/>
              <a:gd name="connsiteX22" fmla="*/ 8562074 w 10753706"/>
              <a:gd name="connsiteY22" fmla="*/ 337971 h 1027260"/>
              <a:gd name="connsiteX23" fmla="*/ 8501724 w 10753706"/>
              <a:gd name="connsiteY23" fmla="*/ 360865 h 1027260"/>
              <a:gd name="connsiteX24" fmla="*/ 8504489 w 10753706"/>
              <a:gd name="connsiteY24" fmla="*/ 364790 h 1027260"/>
              <a:gd name="connsiteX25" fmla="*/ 8492774 w 10753706"/>
              <a:gd name="connsiteY25" fmla="*/ 366181 h 1027260"/>
              <a:gd name="connsiteX26" fmla="*/ 8466405 w 10753706"/>
              <a:gd name="connsiteY26" fmla="*/ 368724 h 1027260"/>
              <a:gd name="connsiteX27" fmla="*/ 8427069 w 10753706"/>
              <a:gd name="connsiteY27" fmla="*/ 387211 h 1027260"/>
              <a:gd name="connsiteX28" fmla="*/ 8387766 w 10753706"/>
              <a:gd name="connsiteY28" fmla="*/ 377161 h 1027260"/>
              <a:gd name="connsiteX29" fmla="*/ 8315874 w 10753706"/>
              <a:gd name="connsiteY29" fmla="*/ 395527 h 1027260"/>
              <a:gd name="connsiteX30" fmla="*/ 8274474 w 10753706"/>
              <a:gd name="connsiteY30" fmla="*/ 405112 h 1027260"/>
              <a:gd name="connsiteX31" fmla="*/ 8234664 w 10753706"/>
              <a:gd name="connsiteY31" fmla="*/ 410219 h 1027260"/>
              <a:gd name="connsiteX32" fmla="*/ 8211268 w 10753706"/>
              <a:gd name="connsiteY32" fmla="*/ 416791 h 1027260"/>
              <a:gd name="connsiteX33" fmla="*/ 8188615 w 10753706"/>
              <a:gd name="connsiteY33" fmla="*/ 421755 h 1027260"/>
              <a:gd name="connsiteX34" fmla="*/ 8179981 w 10753706"/>
              <a:gd name="connsiteY34" fmla="*/ 420402 h 1027260"/>
              <a:gd name="connsiteX35" fmla="*/ 8179307 w 10753706"/>
              <a:gd name="connsiteY35" fmla="*/ 422516 h 1027260"/>
              <a:gd name="connsiteX36" fmla="*/ 8147929 w 10753706"/>
              <a:gd name="connsiteY36" fmla="*/ 450302 h 1027260"/>
              <a:gd name="connsiteX37" fmla="*/ 8089136 w 10753706"/>
              <a:gd name="connsiteY37" fmla="*/ 465283 h 1027260"/>
              <a:gd name="connsiteX38" fmla="*/ 8049973 w 10753706"/>
              <a:gd name="connsiteY38" fmla="*/ 454121 h 1027260"/>
              <a:gd name="connsiteX39" fmla="*/ 7965913 w 10753706"/>
              <a:gd name="connsiteY39" fmla="*/ 464415 h 1027260"/>
              <a:gd name="connsiteX40" fmla="*/ 7945093 w 10753706"/>
              <a:gd name="connsiteY40" fmla="*/ 464798 h 1027260"/>
              <a:gd name="connsiteX41" fmla="*/ 7935335 w 10753706"/>
              <a:gd name="connsiteY41" fmla="*/ 462442 h 1027260"/>
              <a:gd name="connsiteX42" fmla="*/ 7904779 w 10753706"/>
              <a:gd name="connsiteY42" fmla="*/ 471429 h 1027260"/>
              <a:gd name="connsiteX43" fmla="*/ 7855604 w 10753706"/>
              <a:gd name="connsiteY43" fmla="*/ 480199 h 1027260"/>
              <a:gd name="connsiteX44" fmla="*/ 7832630 w 10753706"/>
              <a:gd name="connsiteY44" fmla="*/ 485371 h 1027260"/>
              <a:gd name="connsiteX45" fmla="*/ 7812438 w 10753706"/>
              <a:gd name="connsiteY45" fmla="*/ 485391 h 1027260"/>
              <a:gd name="connsiteX46" fmla="*/ 7701399 w 10753706"/>
              <a:gd name="connsiteY46" fmla="*/ 495197 h 1027260"/>
              <a:gd name="connsiteX47" fmla="*/ 7674778 w 10753706"/>
              <a:gd name="connsiteY47" fmla="*/ 494723 h 1027260"/>
              <a:gd name="connsiteX48" fmla="*/ 7660445 w 10753706"/>
              <a:gd name="connsiteY48" fmla="*/ 490194 h 1027260"/>
              <a:gd name="connsiteX49" fmla="*/ 7651781 w 10753706"/>
              <a:gd name="connsiteY49" fmla="*/ 493084 h 1027260"/>
              <a:gd name="connsiteX50" fmla="*/ 7584807 w 10753706"/>
              <a:gd name="connsiteY50" fmla="*/ 499490 h 1027260"/>
              <a:gd name="connsiteX51" fmla="*/ 7541324 w 10753706"/>
              <a:gd name="connsiteY51" fmla="*/ 504184 h 1027260"/>
              <a:gd name="connsiteX52" fmla="*/ 7541756 w 10753706"/>
              <a:gd name="connsiteY52" fmla="*/ 512184 h 1027260"/>
              <a:gd name="connsiteX53" fmla="*/ 7503906 w 10753706"/>
              <a:gd name="connsiteY53" fmla="*/ 518551 h 1027260"/>
              <a:gd name="connsiteX54" fmla="*/ 7460411 w 10753706"/>
              <a:gd name="connsiteY54" fmla="*/ 517415 h 1027260"/>
              <a:gd name="connsiteX55" fmla="*/ 7460116 w 10753706"/>
              <a:gd name="connsiteY55" fmla="*/ 517548 h 1027260"/>
              <a:gd name="connsiteX56" fmla="*/ 7297810 w 10753706"/>
              <a:gd name="connsiteY56" fmla="*/ 563947 h 1027260"/>
              <a:gd name="connsiteX57" fmla="*/ 6946388 w 10753706"/>
              <a:gd name="connsiteY57" fmla="*/ 665244 h 1027260"/>
              <a:gd name="connsiteX58" fmla="*/ 6741704 w 10753706"/>
              <a:gd name="connsiteY58" fmla="*/ 679365 h 1027260"/>
              <a:gd name="connsiteX59" fmla="*/ 6624680 w 10753706"/>
              <a:gd name="connsiteY59" fmla="*/ 677674 h 1027260"/>
              <a:gd name="connsiteX60" fmla="*/ 6605700 w 10753706"/>
              <a:gd name="connsiteY60" fmla="*/ 683566 h 1027260"/>
              <a:gd name="connsiteX61" fmla="*/ 6576922 w 10753706"/>
              <a:gd name="connsiteY61" fmla="*/ 683030 h 1027260"/>
              <a:gd name="connsiteX62" fmla="*/ 6405123 w 10753706"/>
              <a:gd name="connsiteY62" fmla="*/ 721946 h 1027260"/>
              <a:gd name="connsiteX63" fmla="*/ 6368938 w 10753706"/>
              <a:gd name="connsiteY63" fmla="*/ 717341 h 1027260"/>
              <a:gd name="connsiteX64" fmla="*/ 6295102 w 10753706"/>
              <a:gd name="connsiteY64" fmla="*/ 729508 h 1027260"/>
              <a:gd name="connsiteX65" fmla="*/ 6202084 w 10753706"/>
              <a:gd name="connsiteY65" fmla="*/ 767091 h 1027260"/>
              <a:gd name="connsiteX66" fmla="*/ 6067157 w 10753706"/>
              <a:gd name="connsiteY66" fmla="*/ 790339 h 1027260"/>
              <a:gd name="connsiteX67" fmla="*/ 6061443 w 10753706"/>
              <a:gd name="connsiteY67" fmla="*/ 796151 h 1027260"/>
              <a:gd name="connsiteX68" fmla="*/ 6051406 w 10753706"/>
              <a:gd name="connsiteY68" fmla="*/ 800684 h 1027260"/>
              <a:gd name="connsiteX69" fmla="*/ 6049097 w 10753706"/>
              <a:gd name="connsiteY69" fmla="*/ 800636 h 1027260"/>
              <a:gd name="connsiteX70" fmla="*/ 6034222 w 10753706"/>
              <a:gd name="connsiteY70" fmla="*/ 804110 h 1027260"/>
              <a:gd name="connsiteX71" fmla="*/ 6033121 w 10753706"/>
              <a:gd name="connsiteY71" fmla="*/ 806078 h 1027260"/>
              <a:gd name="connsiteX72" fmla="*/ 6023593 w 10753706"/>
              <a:gd name="connsiteY72" fmla="*/ 808842 h 1027260"/>
              <a:gd name="connsiteX73" fmla="*/ 6006639 w 10753706"/>
              <a:gd name="connsiteY73" fmla="*/ 815304 h 1027260"/>
              <a:gd name="connsiteX74" fmla="*/ 6001762 w 10753706"/>
              <a:gd name="connsiteY74" fmla="*/ 815557 h 1027260"/>
              <a:gd name="connsiteX75" fmla="*/ 5973534 w 10753706"/>
              <a:gd name="connsiteY75" fmla="*/ 823815 h 1027260"/>
              <a:gd name="connsiteX76" fmla="*/ 5972336 w 10753706"/>
              <a:gd name="connsiteY76" fmla="*/ 823476 h 1027260"/>
              <a:gd name="connsiteX77" fmla="*/ 5960841 w 10753706"/>
              <a:gd name="connsiteY77" fmla="*/ 823819 h 1027260"/>
              <a:gd name="connsiteX78" fmla="*/ 5940719 w 10753706"/>
              <a:gd name="connsiteY78" fmla="*/ 825514 h 1027260"/>
              <a:gd name="connsiteX79" fmla="*/ 5884298 w 10753706"/>
              <a:gd name="connsiteY79" fmla="*/ 823806 h 1027260"/>
              <a:gd name="connsiteX80" fmla="*/ 5854779 w 10753706"/>
              <a:gd name="connsiteY80" fmla="*/ 832365 h 1027260"/>
              <a:gd name="connsiteX81" fmla="*/ 5848382 w 10753706"/>
              <a:gd name="connsiteY81" fmla="*/ 833844 h 1027260"/>
              <a:gd name="connsiteX82" fmla="*/ 5848066 w 10753706"/>
              <a:gd name="connsiteY82" fmla="*/ 833772 h 1027260"/>
              <a:gd name="connsiteX83" fmla="*/ 5840944 w 10753706"/>
              <a:gd name="connsiteY83" fmla="*/ 835132 h 1027260"/>
              <a:gd name="connsiteX84" fmla="*/ 5836719 w 10753706"/>
              <a:gd name="connsiteY84" fmla="*/ 836539 h 1027260"/>
              <a:gd name="connsiteX85" fmla="*/ 5824311 w 10753706"/>
              <a:gd name="connsiteY85" fmla="*/ 839408 h 1027260"/>
              <a:gd name="connsiteX86" fmla="*/ 5818788 w 10753706"/>
              <a:gd name="connsiteY86" fmla="*/ 839727 h 1027260"/>
              <a:gd name="connsiteX87" fmla="*/ 5763953 w 10753706"/>
              <a:gd name="connsiteY87" fmla="*/ 834282 h 1027260"/>
              <a:gd name="connsiteX88" fmla="*/ 5667748 w 10753706"/>
              <a:gd name="connsiteY88" fmla="*/ 840211 h 1027260"/>
              <a:gd name="connsiteX89" fmla="*/ 5573108 w 10753706"/>
              <a:gd name="connsiteY89" fmla="*/ 847611 h 1027260"/>
              <a:gd name="connsiteX90" fmla="*/ 5539137 w 10753706"/>
              <a:gd name="connsiteY90" fmla="*/ 851033 h 1027260"/>
              <a:gd name="connsiteX91" fmla="*/ 5510651 w 10753706"/>
              <a:gd name="connsiteY91" fmla="*/ 844215 h 1027260"/>
              <a:gd name="connsiteX92" fmla="*/ 5457331 w 10753706"/>
              <a:gd name="connsiteY92" fmla="*/ 839159 h 1027260"/>
              <a:gd name="connsiteX93" fmla="*/ 5410613 w 10753706"/>
              <a:gd name="connsiteY93" fmla="*/ 834358 h 1027260"/>
              <a:gd name="connsiteX94" fmla="*/ 5370040 w 10753706"/>
              <a:gd name="connsiteY94" fmla="*/ 862127 h 1027260"/>
              <a:gd name="connsiteX95" fmla="*/ 5318778 w 10753706"/>
              <a:gd name="connsiteY95" fmla="*/ 855310 h 1027260"/>
              <a:gd name="connsiteX96" fmla="*/ 5298645 w 10753706"/>
              <a:gd name="connsiteY96" fmla="*/ 855171 h 1027260"/>
              <a:gd name="connsiteX97" fmla="*/ 5253828 w 10753706"/>
              <a:gd name="connsiteY97" fmla="*/ 859670 h 1027260"/>
              <a:gd name="connsiteX98" fmla="*/ 5216955 w 10753706"/>
              <a:gd name="connsiteY98" fmla="*/ 866245 h 1027260"/>
              <a:gd name="connsiteX99" fmla="*/ 5214344 w 10753706"/>
              <a:gd name="connsiteY99" fmla="*/ 868102 h 1027260"/>
              <a:gd name="connsiteX100" fmla="*/ 5195561 w 10753706"/>
              <a:gd name="connsiteY100" fmla="*/ 869949 h 1027260"/>
              <a:gd name="connsiteX101" fmla="*/ 5182555 w 10753706"/>
              <a:gd name="connsiteY101" fmla="*/ 873542 h 1027260"/>
              <a:gd name="connsiteX102" fmla="*/ 5172552 w 10753706"/>
              <a:gd name="connsiteY102" fmla="*/ 878801 h 1027260"/>
              <a:gd name="connsiteX103" fmla="*/ 5027993 w 10753706"/>
              <a:gd name="connsiteY103" fmla="*/ 889666 h 1027260"/>
              <a:gd name="connsiteX104" fmla="*/ 4939844 w 10753706"/>
              <a:gd name="connsiteY104" fmla="*/ 934802 h 1027260"/>
              <a:gd name="connsiteX105" fmla="*/ 4792576 w 10753706"/>
              <a:gd name="connsiteY105" fmla="*/ 934820 h 1027260"/>
              <a:gd name="connsiteX106" fmla="*/ 4602423 w 10753706"/>
              <a:gd name="connsiteY106" fmla="*/ 958063 h 1027260"/>
              <a:gd name="connsiteX107" fmla="*/ 4290656 w 10753706"/>
              <a:gd name="connsiteY107" fmla="*/ 969152 h 1027260"/>
              <a:gd name="connsiteX108" fmla="*/ 3952334 w 10753706"/>
              <a:gd name="connsiteY108" fmla="*/ 954043 h 1027260"/>
              <a:gd name="connsiteX109" fmla="*/ 3858560 w 10753706"/>
              <a:gd name="connsiteY109" fmla="*/ 948781 h 1027260"/>
              <a:gd name="connsiteX110" fmla="*/ 3846597 w 10753706"/>
              <a:gd name="connsiteY110" fmla="*/ 948382 h 1027260"/>
              <a:gd name="connsiteX111" fmla="*/ 3736044 w 10753706"/>
              <a:gd name="connsiteY111" fmla="*/ 947759 h 1027260"/>
              <a:gd name="connsiteX112" fmla="*/ 3713136 w 10753706"/>
              <a:gd name="connsiteY112" fmla="*/ 946963 h 1027260"/>
              <a:gd name="connsiteX113" fmla="*/ 3695939 w 10753706"/>
              <a:gd name="connsiteY113" fmla="*/ 943639 h 1027260"/>
              <a:gd name="connsiteX114" fmla="*/ 3694125 w 10753706"/>
              <a:gd name="connsiteY114" fmla="*/ 940567 h 1027260"/>
              <a:gd name="connsiteX115" fmla="*/ 3681925 w 10753706"/>
              <a:gd name="connsiteY115" fmla="*/ 939706 h 1027260"/>
              <a:gd name="connsiteX116" fmla="*/ 3679204 w 10753706"/>
              <a:gd name="connsiteY116" fmla="*/ 938926 h 1027260"/>
              <a:gd name="connsiteX117" fmla="*/ 3615656 w 10753706"/>
              <a:gd name="connsiteY117" fmla="*/ 940320 h 1027260"/>
              <a:gd name="connsiteX118" fmla="*/ 3567983 w 10753706"/>
              <a:gd name="connsiteY118" fmla="*/ 935596 h 1027260"/>
              <a:gd name="connsiteX119" fmla="*/ 3422423 w 10753706"/>
              <a:gd name="connsiteY119" fmla="*/ 932129 h 1027260"/>
              <a:gd name="connsiteX120" fmla="*/ 3310925 w 10753706"/>
              <a:gd name="connsiteY120" fmla="*/ 911072 h 1027260"/>
              <a:gd name="connsiteX121" fmla="*/ 3139421 w 10753706"/>
              <a:gd name="connsiteY121" fmla="*/ 934151 h 1027260"/>
              <a:gd name="connsiteX122" fmla="*/ 2996922 w 10753706"/>
              <a:gd name="connsiteY122" fmla="*/ 927537 h 1027260"/>
              <a:gd name="connsiteX123" fmla="*/ 2982785 w 10753706"/>
              <a:gd name="connsiteY123" fmla="*/ 931453 h 1027260"/>
              <a:gd name="connsiteX124" fmla="*/ 2967478 w 10753706"/>
              <a:gd name="connsiteY124" fmla="*/ 933397 h 1027260"/>
              <a:gd name="connsiteX125" fmla="*/ 2948552 w 10753706"/>
              <a:gd name="connsiteY125" fmla="*/ 932961 h 1027260"/>
              <a:gd name="connsiteX126" fmla="*/ 2944404 w 10753706"/>
              <a:gd name="connsiteY126" fmla="*/ 934452 h 1027260"/>
              <a:gd name="connsiteX127" fmla="*/ 2908608 w 10753706"/>
              <a:gd name="connsiteY127" fmla="*/ 937205 h 1027260"/>
              <a:gd name="connsiteX128" fmla="*/ 2904443 w 10753706"/>
              <a:gd name="connsiteY128" fmla="*/ 936455 h 1027260"/>
              <a:gd name="connsiteX129" fmla="*/ 2868935 w 10753706"/>
              <a:gd name="connsiteY129" fmla="*/ 938022 h 1027260"/>
              <a:gd name="connsiteX130" fmla="*/ 2868586 w 10753706"/>
              <a:gd name="connsiteY130" fmla="*/ 937487 h 1027260"/>
              <a:gd name="connsiteX131" fmla="*/ 2859191 w 10753706"/>
              <a:gd name="connsiteY131" fmla="*/ 935503 h 1027260"/>
              <a:gd name="connsiteX132" fmla="*/ 2840915 w 10753706"/>
              <a:gd name="connsiteY132" fmla="*/ 932977 h 1027260"/>
              <a:gd name="connsiteX133" fmla="*/ 2763509 w 10753706"/>
              <a:gd name="connsiteY133" fmla="*/ 921850 h 1027260"/>
              <a:gd name="connsiteX134" fmla="*/ 2756121 w 10753706"/>
              <a:gd name="connsiteY134" fmla="*/ 921864 h 1027260"/>
              <a:gd name="connsiteX135" fmla="*/ 2755998 w 10753706"/>
              <a:gd name="connsiteY135" fmla="*/ 921739 h 1027260"/>
              <a:gd name="connsiteX136" fmla="*/ 2748255 w 10753706"/>
              <a:gd name="connsiteY136" fmla="*/ 921505 h 1027260"/>
              <a:gd name="connsiteX137" fmla="*/ 2694601 w 10753706"/>
              <a:gd name="connsiteY137" fmla="*/ 915575 h 1027260"/>
              <a:gd name="connsiteX138" fmla="*/ 2635357 w 10753706"/>
              <a:gd name="connsiteY138" fmla="*/ 910976 h 1027260"/>
              <a:gd name="connsiteX139" fmla="*/ 2601047 w 10753706"/>
              <a:gd name="connsiteY139" fmla="*/ 910263 h 1027260"/>
              <a:gd name="connsiteX140" fmla="*/ 2507482 w 10753706"/>
              <a:gd name="connsiteY140" fmla="*/ 906211 h 1027260"/>
              <a:gd name="connsiteX141" fmla="*/ 2413884 w 10753706"/>
              <a:gd name="connsiteY141" fmla="*/ 900545 h 1027260"/>
              <a:gd name="connsiteX142" fmla="*/ 2368912 w 10753706"/>
              <a:gd name="connsiteY142" fmla="*/ 888755 h 1027260"/>
              <a:gd name="connsiteX143" fmla="*/ 2349490 w 10753706"/>
              <a:gd name="connsiteY143" fmla="*/ 889719 h 1027260"/>
              <a:gd name="connsiteX144" fmla="*/ 2344290 w 10753706"/>
              <a:gd name="connsiteY144" fmla="*/ 890584 h 1027260"/>
              <a:gd name="connsiteX145" fmla="*/ 2336488 w 10753706"/>
              <a:gd name="connsiteY145" fmla="*/ 891058 h 1027260"/>
              <a:gd name="connsiteX146" fmla="*/ 2329015 w 10753706"/>
              <a:gd name="connsiteY146" fmla="*/ 891627 h 1027260"/>
              <a:gd name="connsiteX147" fmla="*/ 2293898 w 10753706"/>
              <a:gd name="connsiteY147" fmla="*/ 896431 h 1027260"/>
              <a:gd name="connsiteX148" fmla="*/ 2243927 w 10753706"/>
              <a:gd name="connsiteY148" fmla="*/ 888076 h 1027260"/>
              <a:gd name="connsiteX149" fmla="*/ 2223920 w 10753706"/>
              <a:gd name="connsiteY149" fmla="*/ 887331 h 1027260"/>
              <a:gd name="connsiteX150" fmla="*/ 2213081 w 10753706"/>
              <a:gd name="connsiteY150" fmla="*/ 886302 h 1027260"/>
              <a:gd name="connsiteX151" fmla="*/ 2212307 w 10753706"/>
              <a:gd name="connsiteY151" fmla="*/ 885829 h 1027260"/>
              <a:gd name="connsiteX152" fmla="*/ 2152321 w 10753706"/>
              <a:gd name="connsiteY152" fmla="*/ 894418 h 1027260"/>
              <a:gd name="connsiteX153" fmla="*/ 2140985 w 10753706"/>
              <a:gd name="connsiteY153" fmla="*/ 895968 h 1027260"/>
              <a:gd name="connsiteX154" fmla="*/ 2121210 w 10753706"/>
              <a:gd name="connsiteY154" fmla="*/ 899354 h 1027260"/>
              <a:gd name="connsiteX155" fmla="*/ 2119146 w 10753706"/>
              <a:gd name="connsiteY155" fmla="*/ 899033 h 1027260"/>
              <a:gd name="connsiteX156" fmla="*/ 2105666 w 10753706"/>
              <a:gd name="connsiteY156" fmla="*/ 902240 h 1027260"/>
              <a:gd name="connsiteX157" fmla="*/ 2094924 w 10753706"/>
              <a:gd name="connsiteY157" fmla="*/ 907203 h 1027260"/>
              <a:gd name="connsiteX158" fmla="*/ 1949478 w 10753706"/>
              <a:gd name="connsiteY158" fmla="*/ 913748 h 1027260"/>
              <a:gd name="connsiteX159" fmla="*/ 1749684 w 10753706"/>
              <a:gd name="connsiteY159" fmla="*/ 942223 h 1027260"/>
              <a:gd name="connsiteX160" fmla="*/ 1585576 w 10753706"/>
              <a:gd name="connsiteY160" fmla="*/ 954170 h 1027260"/>
              <a:gd name="connsiteX161" fmla="*/ 1476250 w 10753706"/>
              <a:gd name="connsiteY161" fmla="*/ 950653 h 1027260"/>
              <a:gd name="connsiteX162" fmla="*/ 1433927 w 10753706"/>
              <a:gd name="connsiteY162" fmla="*/ 959926 h 1027260"/>
              <a:gd name="connsiteX163" fmla="*/ 1414893 w 10753706"/>
              <a:gd name="connsiteY163" fmla="*/ 957671 h 1027260"/>
              <a:gd name="connsiteX164" fmla="*/ 1411585 w 10753706"/>
              <a:gd name="connsiteY164" fmla="*/ 957179 h 1027260"/>
              <a:gd name="connsiteX165" fmla="*/ 1398896 w 10753706"/>
              <a:gd name="connsiteY165" fmla="*/ 957460 h 1027260"/>
              <a:gd name="connsiteX166" fmla="*/ 1394632 w 10753706"/>
              <a:gd name="connsiteY166" fmla="*/ 954725 h 1027260"/>
              <a:gd name="connsiteX167" fmla="*/ 1375043 w 10753706"/>
              <a:gd name="connsiteY167" fmla="*/ 953132 h 1027260"/>
              <a:gd name="connsiteX168" fmla="*/ 1351876 w 10753706"/>
              <a:gd name="connsiteY168" fmla="*/ 954436 h 1027260"/>
              <a:gd name="connsiteX169" fmla="*/ 1242676 w 10753706"/>
              <a:gd name="connsiteY169" fmla="*/ 963767 h 1027260"/>
              <a:gd name="connsiteX170" fmla="*/ 1205993 w 10753706"/>
              <a:gd name="connsiteY170" fmla="*/ 974080 h 1027260"/>
              <a:gd name="connsiteX171" fmla="*/ 1052221 w 10753706"/>
              <a:gd name="connsiteY171" fmla="*/ 963954 h 1027260"/>
              <a:gd name="connsiteX172" fmla="*/ 968270 w 10753706"/>
              <a:gd name="connsiteY172" fmla="*/ 964761 h 1027260"/>
              <a:gd name="connsiteX173" fmla="*/ 874493 w 10753706"/>
              <a:gd name="connsiteY173" fmla="*/ 998122 h 1027260"/>
              <a:gd name="connsiteX174" fmla="*/ 814411 w 10753706"/>
              <a:gd name="connsiteY174" fmla="*/ 1007391 h 1027260"/>
              <a:gd name="connsiteX175" fmla="*/ 688604 w 10753706"/>
              <a:gd name="connsiteY175" fmla="*/ 1015631 h 1027260"/>
              <a:gd name="connsiteX176" fmla="*/ 618171 w 10753706"/>
              <a:gd name="connsiteY176" fmla="*/ 1027260 h 1027260"/>
              <a:gd name="connsiteX177" fmla="*/ 570379 w 10753706"/>
              <a:gd name="connsiteY177" fmla="*/ 1023487 h 1027260"/>
              <a:gd name="connsiteX178" fmla="*/ 482519 w 10753706"/>
              <a:gd name="connsiteY178" fmla="*/ 1002108 h 1027260"/>
              <a:gd name="connsiteX179" fmla="*/ 475319 w 10753706"/>
              <a:gd name="connsiteY179" fmla="*/ 1009922 h 1027260"/>
              <a:gd name="connsiteX180" fmla="*/ 431104 w 10753706"/>
              <a:gd name="connsiteY180" fmla="*/ 1009317 h 1027260"/>
              <a:gd name="connsiteX181" fmla="*/ 363782 w 10753706"/>
              <a:gd name="connsiteY181" fmla="*/ 1007585 h 1027260"/>
              <a:gd name="connsiteX182" fmla="*/ 325533 w 10753706"/>
              <a:gd name="connsiteY182" fmla="*/ 1008502 h 1027260"/>
              <a:gd name="connsiteX183" fmla="*/ 220429 w 10753706"/>
              <a:gd name="connsiteY183" fmla="*/ 1008927 h 1027260"/>
              <a:gd name="connsiteX184" fmla="*/ 114676 w 10753706"/>
              <a:gd name="connsiteY184" fmla="*/ 1007765 h 1027260"/>
              <a:gd name="connsiteX185" fmla="*/ 13470 w 10753706"/>
              <a:gd name="connsiteY185" fmla="*/ 998544 h 1027260"/>
              <a:gd name="connsiteX186" fmla="*/ 0 w 10753706"/>
              <a:gd name="connsiteY186" fmla="*/ 997355 h 10272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Lst>
            <a:rect l="l" t="t" r="r" b="b"/>
            <a:pathLst>
              <a:path w="10753706" h="1027260">
                <a:moveTo>
                  <a:pt x="0" y="0"/>
                </a:moveTo>
                <a:lnTo>
                  <a:pt x="10753706" y="0"/>
                </a:lnTo>
                <a:lnTo>
                  <a:pt x="10748809" y="2522"/>
                </a:lnTo>
                <a:cubicBezTo>
                  <a:pt x="10744031" y="4644"/>
                  <a:pt x="10737551" y="7204"/>
                  <a:pt x="10725330" y="11977"/>
                </a:cubicBezTo>
                <a:cubicBezTo>
                  <a:pt x="10700888" y="21523"/>
                  <a:pt x="10652058" y="39304"/>
                  <a:pt x="10615423" y="52967"/>
                </a:cubicBezTo>
                <a:cubicBezTo>
                  <a:pt x="10598524" y="49017"/>
                  <a:pt x="10550674" y="61360"/>
                  <a:pt x="10533936" y="53095"/>
                </a:cubicBezTo>
                <a:cubicBezTo>
                  <a:pt x="10519435" y="55674"/>
                  <a:pt x="10480156" y="49393"/>
                  <a:pt x="10466876" y="45180"/>
                </a:cubicBezTo>
                <a:cubicBezTo>
                  <a:pt x="10443145" y="68059"/>
                  <a:pt x="10382269" y="71294"/>
                  <a:pt x="10355090" y="89741"/>
                </a:cubicBezTo>
                <a:cubicBezTo>
                  <a:pt x="10286222" y="95376"/>
                  <a:pt x="10146285" y="63529"/>
                  <a:pt x="10087145" y="66115"/>
                </a:cubicBezTo>
                <a:cubicBezTo>
                  <a:pt x="10067575" y="79584"/>
                  <a:pt x="10043111" y="68921"/>
                  <a:pt x="10015902" y="76178"/>
                </a:cubicBezTo>
                <a:cubicBezTo>
                  <a:pt x="9952302" y="84628"/>
                  <a:pt x="9893286" y="103337"/>
                  <a:pt x="9806005" y="102435"/>
                </a:cubicBezTo>
                <a:cubicBezTo>
                  <a:pt x="9782247" y="141133"/>
                  <a:pt x="9674787" y="151643"/>
                  <a:pt x="9602583" y="179170"/>
                </a:cubicBezTo>
                <a:cubicBezTo>
                  <a:pt x="9557658" y="187584"/>
                  <a:pt x="9478290" y="154235"/>
                  <a:pt x="9469719" y="174721"/>
                </a:cubicBezTo>
                <a:cubicBezTo>
                  <a:pt x="9443779" y="165070"/>
                  <a:pt x="9431317" y="185692"/>
                  <a:pt x="9408692" y="189513"/>
                </a:cubicBezTo>
                <a:cubicBezTo>
                  <a:pt x="9387154" y="183843"/>
                  <a:pt x="9380475" y="191089"/>
                  <a:pt x="9364151" y="194072"/>
                </a:cubicBezTo>
                <a:cubicBezTo>
                  <a:pt x="9354686" y="190222"/>
                  <a:pt x="9340485" y="191782"/>
                  <a:pt x="9337751" y="197579"/>
                </a:cubicBezTo>
                <a:cubicBezTo>
                  <a:pt x="9349566" y="209270"/>
                  <a:pt x="9297468" y="207714"/>
                  <a:pt x="9297166" y="216558"/>
                </a:cubicBezTo>
                <a:cubicBezTo>
                  <a:pt x="9269057" y="220999"/>
                  <a:pt x="9139630" y="221783"/>
                  <a:pt x="9123859" y="237356"/>
                </a:cubicBezTo>
                <a:cubicBezTo>
                  <a:pt x="9068176" y="249209"/>
                  <a:pt x="8975349" y="235349"/>
                  <a:pt x="8950741" y="238020"/>
                </a:cubicBezTo>
                <a:cubicBezTo>
                  <a:pt x="8916265" y="215428"/>
                  <a:pt x="8822808" y="292026"/>
                  <a:pt x="8718236" y="303148"/>
                </a:cubicBezTo>
                <a:cubicBezTo>
                  <a:pt x="8703111" y="302060"/>
                  <a:pt x="8695551" y="302792"/>
                  <a:pt x="8694011" y="308812"/>
                </a:cubicBezTo>
                <a:cubicBezTo>
                  <a:pt x="8661810" y="312764"/>
                  <a:pt x="8637956" y="329628"/>
                  <a:pt x="8611976" y="324819"/>
                </a:cubicBezTo>
                <a:cubicBezTo>
                  <a:pt x="8621849" y="336388"/>
                  <a:pt x="8562809" y="325917"/>
                  <a:pt x="8562074" y="337971"/>
                </a:cubicBezTo>
                <a:cubicBezTo>
                  <a:pt x="8543699" y="343978"/>
                  <a:pt x="8511321" y="356396"/>
                  <a:pt x="8501724" y="360865"/>
                </a:cubicBezTo>
                <a:lnTo>
                  <a:pt x="8504489" y="364790"/>
                </a:lnTo>
                <a:lnTo>
                  <a:pt x="8492774" y="366181"/>
                </a:lnTo>
                <a:lnTo>
                  <a:pt x="8466405" y="368724"/>
                </a:lnTo>
                <a:cubicBezTo>
                  <a:pt x="8455454" y="372229"/>
                  <a:pt x="8440175" y="385805"/>
                  <a:pt x="8427069" y="387211"/>
                </a:cubicBezTo>
                <a:cubicBezTo>
                  <a:pt x="8400442" y="392215"/>
                  <a:pt x="8397079" y="382989"/>
                  <a:pt x="8387766" y="377161"/>
                </a:cubicBezTo>
                <a:cubicBezTo>
                  <a:pt x="8369233" y="378548"/>
                  <a:pt x="8334756" y="390869"/>
                  <a:pt x="8315874" y="395527"/>
                </a:cubicBezTo>
                <a:cubicBezTo>
                  <a:pt x="8306664" y="400500"/>
                  <a:pt x="8272845" y="393679"/>
                  <a:pt x="8274474" y="405112"/>
                </a:cubicBezTo>
                <a:cubicBezTo>
                  <a:pt x="8255483" y="406194"/>
                  <a:pt x="8244963" y="408376"/>
                  <a:pt x="8234664" y="410219"/>
                </a:cubicBezTo>
                <a:lnTo>
                  <a:pt x="8211268" y="416791"/>
                </a:lnTo>
                <a:cubicBezTo>
                  <a:pt x="8204720" y="419941"/>
                  <a:pt x="8197411" y="422004"/>
                  <a:pt x="8188615" y="421755"/>
                </a:cubicBezTo>
                <a:lnTo>
                  <a:pt x="8179981" y="420402"/>
                </a:lnTo>
                <a:lnTo>
                  <a:pt x="8179307" y="422516"/>
                </a:lnTo>
                <a:cubicBezTo>
                  <a:pt x="8179027" y="425797"/>
                  <a:pt x="8175790" y="448341"/>
                  <a:pt x="8147929" y="450302"/>
                </a:cubicBezTo>
                <a:cubicBezTo>
                  <a:pt x="8130300" y="457967"/>
                  <a:pt x="8114933" y="461015"/>
                  <a:pt x="8089136" y="465283"/>
                </a:cubicBezTo>
                <a:cubicBezTo>
                  <a:pt x="8072810" y="465920"/>
                  <a:pt x="8069376" y="451569"/>
                  <a:pt x="8049973" y="454121"/>
                </a:cubicBezTo>
                <a:cubicBezTo>
                  <a:pt x="7974508" y="471465"/>
                  <a:pt x="8006050" y="447139"/>
                  <a:pt x="7965913" y="464415"/>
                </a:cubicBezTo>
                <a:cubicBezTo>
                  <a:pt x="7958234" y="466025"/>
                  <a:pt x="7951405" y="465800"/>
                  <a:pt x="7945093" y="464798"/>
                </a:cubicBezTo>
                <a:lnTo>
                  <a:pt x="7935335" y="462442"/>
                </a:lnTo>
                <a:lnTo>
                  <a:pt x="7904779" y="471429"/>
                </a:lnTo>
                <a:cubicBezTo>
                  <a:pt x="7889387" y="474999"/>
                  <a:pt x="7872867" y="477951"/>
                  <a:pt x="7855604" y="480199"/>
                </a:cubicBezTo>
                <a:cubicBezTo>
                  <a:pt x="7850005" y="476378"/>
                  <a:pt x="7838628" y="483595"/>
                  <a:pt x="7832630" y="485371"/>
                </a:cubicBezTo>
                <a:cubicBezTo>
                  <a:pt x="7831473" y="482645"/>
                  <a:pt x="7816623" y="482661"/>
                  <a:pt x="7812438" y="485391"/>
                </a:cubicBezTo>
                <a:cubicBezTo>
                  <a:pt x="7709470" y="505049"/>
                  <a:pt x="7759426" y="473956"/>
                  <a:pt x="7701399" y="495197"/>
                </a:cubicBezTo>
                <a:cubicBezTo>
                  <a:pt x="7690986" y="496989"/>
                  <a:pt x="7682397" y="496365"/>
                  <a:pt x="7674778" y="494723"/>
                </a:cubicBezTo>
                <a:lnTo>
                  <a:pt x="7660445" y="490194"/>
                </a:lnTo>
                <a:lnTo>
                  <a:pt x="7651781" y="493084"/>
                </a:lnTo>
                <a:cubicBezTo>
                  <a:pt x="7616113" y="496548"/>
                  <a:pt x="7603273" y="491735"/>
                  <a:pt x="7584807" y="499490"/>
                </a:cubicBezTo>
                <a:cubicBezTo>
                  <a:pt x="7549256" y="490212"/>
                  <a:pt x="7563949" y="500167"/>
                  <a:pt x="7541324" y="504184"/>
                </a:cubicBezTo>
                <a:cubicBezTo>
                  <a:pt x="7523851" y="508307"/>
                  <a:pt x="7559546" y="509825"/>
                  <a:pt x="7541756" y="512184"/>
                </a:cubicBezTo>
                <a:cubicBezTo>
                  <a:pt x="7520963" y="510864"/>
                  <a:pt x="7525755" y="520497"/>
                  <a:pt x="7503906" y="518551"/>
                </a:cubicBezTo>
                <a:cubicBezTo>
                  <a:pt x="7505924" y="510774"/>
                  <a:pt x="7464361" y="523683"/>
                  <a:pt x="7460411" y="517415"/>
                </a:cubicBezTo>
                <a:lnTo>
                  <a:pt x="7460116" y="517548"/>
                </a:lnTo>
                <a:cubicBezTo>
                  <a:pt x="7447785" y="530928"/>
                  <a:pt x="7310141" y="550568"/>
                  <a:pt x="7297810" y="563947"/>
                </a:cubicBezTo>
                <a:cubicBezTo>
                  <a:pt x="7221791" y="605698"/>
                  <a:pt x="7039072" y="646008"/>
                  <a:pt x="6946388" y="665244"/>
                </a:cubicBezTo>
                <a:cubicBezTo>
                  <a:pt x="6853704" y="684480"/>
                  <a:pt x="6804875" y="677485"/>
                  <a:pt x="6741704" y="679365"/>
                </a:cubicBezTo>
                <a:lnTo>
                  <a:pt x="6624680" y="677674"/>
                </a:lnTo>
                <a:lnTo>
                  <a:pt x="6605700" y="683566"/>
                </a:lnTo>
                <a:cubicBezTo>
                  <a:pt x="6603309" y="685184"/>
                  <a:pt x="6599550" y="685647"/>
                  <a:pt x="6576922" y="683030"/>
                </a:cubicBezTo>
                <a:cubicBezTo>
                  <a:pt x="6527275" y="698355"/>
                  <a:pt x="6440981" y="702347"/>
                  <a:pt x="6405123" y="721946"/>
                </a:cubicBezTo>
                <a:cubicBezTo>
                  <a:pt x="6407963" y="715467"/>
                  <a:pt x="6383450" y="712913"/>
                  <a:pt x="6368938" y="717341"/>
                </a:cubicBezTo>
                <a:cubicBezTo>
                  <a:pt x="6377914" y="692119"/>
                  <a:pt x="6315316" y="744281"/>
                  <a:pt x="6295102" y="729508"/>
                </a:cubicBezTo>
                <a:cubicBezTo>
                  <a:pt x="6300358" y="744473"/>
                  <a:pt x="6240070" y="776254"/>
                  <a:pt x="6202084" y="767091"/>
                </a:cubicBezTo>
                <a:cubicBezTo>
                  <a:pt x="6152826" y="774744"/>
                  <a:pt x="6122010" y="790367"/>
                  <a:pt x="6067157" y="790339"/>
                </a:cubicBezTo>
                <a:cubicBezTo>
                  <a:pt x="6066310" y="792484"/>
                  <a:pt x="6064283" y="794403"/>
                  <a:pt x="6061443" y="796151"/>
                </a:cubicBezTo>
                <a:lnTo>
                  <a:pt x="6051406" y="800684"/>
                </a:lnTo>
                <a:lnTo>
                  <a:pt x="6049097" y="800636"/>
                </a:lnTo>
                <a:cubicBezTo>
                  <a:pt x="6040408" y="801393"/>
                  <a:pt x="6036299" y="802645"/>
                  <a:pt x="6034222" y="804110"/>
                </a:cubicBezTo>
                <a:lnTo>
                  <a:pt x="6033121" y="806078"/>
                </a:lnTo>
                <a:lnTo>
                  <a:pt x="6023593" y="808842"/>
                </a:lnTo>
                <a:lnTo>
                  <a:pt x="6006639" y="815304"/>
                </a:lnTo>
                <a:lnTo>
                  <a:pt x="6001762" y="815557"/>
                </a:lnTo>
                <a:lnTo>
                  <a:pt x="5973534" y="823815"/>
                </a:lnTo>
                <a:lnTo>
                  <a:pt x="5972336" y="823476"/>
                </a:lnTo>
                <a:cubicBezTo>
                  <a:pt x="5969004" y="822901"/>
                  <a:pt x="5965329" y="822833"/>
                  <a:pt x="5960841" y="823819"/>
                </a:cubicBezTo>
                <a:cubicBezTo>
                  <a:pt x="5955860" y="815655"/>
                  <a:pt x="5953515" y="821882"/>
                  <a:pt x="5940719" y="825514"/>
                </a:cubicBezTo>
                <a:cubicBezTo>
                  <a:pt x="5930130" y="813644"/>
                  <a:pt x="5900943" y="827979"/>
                  <a:pt x="5884298" y="823806"/>
                </a:cubicBezTo>
                <a:cubicBezTo>
                  <a:pt x="5875133" y="826741"/>
                  <a:pt x="5865250" y="829630"/>
                  <a:pt x="5854779" y="832365"/>
                </a:cubicBezTo>
                <a:lnTo>
                  <a:pt x="5848382" y="833844"/>
                </a:lnTo>
                <a:lnTo>
                  <a:pt x="5848066" y="833772"/>
                </a:lnTo>
                <a:cubicBezTo>
                  <a:pt x="5846273" y="833879"/>
                  <a:pt x="5844018" y="834284"/>
                  <a:pt x="5840944" y="835132"/>
                </a:cubicBezTo>
                <a:lnTo>
                  <a:pt x="5836719" y="836539"/>
                </a:lnTo>
                <a:lnTo>
                  <a:pt x="5824311" y="839408"/>
                </a:lnTo>
                <a:lnTo>
                  <a:pt x="5818788" y="839727"/>
                </a:lnTo>
                <a:cubicBezTo>
                  <a:pt x="5797008" y="838594"/>
                  <a:pt x="5786883" y="822081"/>
                  <a:pt x="5763953" y="834282"/>
                </a:cubicBezTo>
                <a:cubicBezTo>
                  <a:pt x="5726813" y="837521"/>
                  <a:pt x="5699446" y="830949"/>
                  <a:pt x="5667748" y="840211"/>
                </a:cubicBezTo>
                <a:cubicBezTo>
                  <a:pt x="5632959" y="843205"/>
                  <a:pt x="5601436" y="842280"/>
                  <a:pt x="5573108" y="847611"/>
                </a:cubicBezTo>
                <a:cubicBezTo>
                  <a:pt x="5560030" y="845832"/>
                  <a:pt x="5549547" y="851598"/>
                  <a:pt x="5539137" y="851033"/>
                </a:cubicBezTo>
                <a:cubicBezTo>
                  <a:pt x="5528728" y="850467"/>
                  <a:pt x="5529256" y="837509"/>
                  <a:pt x="5510651" y="844215"/>
                </a:cubicBezTo>
                <a:cubicBezTo>
                  <a:pt x="5494241" y="833607"/>
                  <a:pt x="5466101" y="839171"/>
                  <a:pt x="5457331" y="839159"/>
                </a:cubicBezTo>
                <a:lnTo>
                  <a:pt x="5410613" y="834358"/>
                </a:lnTo>
                <a:lnTo>
                  <a:pt x="5370040" y="862127"/>
                </a:lnTo>
                <a:cubicBezTo>
                  <a:pt x="5357863" y="856469"/>
                  <a:pt x="5319115" y="868069"/>
                  <a:pt x="5318778" y="855310"/>
                </a:cubicBezTo>
                <a:cubicBezTo>
                  <a:pt x="5303920" y="857760"/>
                  <a:pt x="5296727" y="863736"/>
                  <a:pt x="5298645" y="855171"/>
                </a:cubicBezTo>
                <a:cubicBezTo>
                  <a:pt x="5287819" y="855897"/>
                  <a:pt x="5267444" y="857825"/>
                  <a:pt x="5253828" y="859670"/>
                </a:cubicBezTo>
                <a:lnTo>
                  <a:pt x="5216955" y="866245"/>
                </a:lnTo>
                <a:lnTo>
                  <a:pt x="5214344" y="868102"/>
                </a:lnTo>
                <a:cubicBezTo>
                  <a:pt x="5210778" y="868719"/>
                  <a:pt x="5200859" y="869042"/>
                  <a:pt x="5195561" y="869949"/>
                </a:cubicBezTo>
                <a:lnTo>
                  <a:pt x="5182555" y="873542"/>
                </a:lnTo>
                <a:cubicBezTo>
                  <a:pt x="5178496" y="875023"/>
                  <a:pt x="5175066" y="876746"/>
                  <a:pt x="5172552" y="878801"/>
                </a:cubicBezTo>
                <a:cubicBezTo>
                  <a:pt x="5121406" y="873797"/>
                  <a:pt x="5080096" y="886529"/>
                  <a:pt x="5027993" y="889666"/>
                </a:cubicBezTo>
                <a:cubicBezTo>
                  <a:pt x="4999924" y="877115"/>
                  <a:pt x="4946973" y="919452"/>
                  <a:pt x="4939844" y="934802"/>
                </a:cubicBezTo>
                <a:cubicBezTo>
                  <a:pt x="4895154" y="940701"/>
                  <a:pt x="4844006" y="928240"/>
                  <a:pt x="4792576" y="934820"/>
                </a:cubicBezTo>
                <a:lnTo>
                  <a:pt x="4602423" y="958063"/>
                </a:lnTo>
                <a:cubicBezTo>
                  <a:pt x="4488530" y="967131"/>
                  <a:pt x="4399004" y="969822"/>
                  <a:pt x="4290656" y="969152"/>
                </a:cubicBezTo>
                <a:cubicBezTo>
                  <a:pt x="4182308" y="968482"/>
                  <a:pt x="4046938" y="971167"/>
                  <a:pt x="3952334" y="954043"/>
                </a:cubicBezTo>
                <a:lnTo>
                  <a:pt x="3858560" y="948781"/>
                </a:lnTo>
                <a:lnTo>
                  <a:pt x="3846597" y="948382"/>
                </a:lnTo>
                <a:cubicBezTo>
                  <a:pt x="3807516" y="956616"/>
                  <a:pt x="3767475" y="941640"/>
                  <a:pt x="3736044" y="947759"/>
                </a:cubicBezTo>
                <a:cubicBezTo>
                  <a:pt x="3727323" y="948128"/>
                  <a:pt x="3719828" y="947771"/>
                  <a:pt x="3713136" y="946963"/>
                </a:cubicBezTo>
                <a:lnTo>
                  <a:pt x="3695939" y="943639"/>
                </a:lnTo>
                <a:lnTo>
                  <a:pt x="3694125" y="940567"/>
                </a:lnTo>
                <a:lnTo>
                  <a:pt x="3681925" y="939706"/>
                </a:lnTo>
                <a:lnTo>
                  <a:pt x="3679204" y="938926"/>
                </a:lnTo>
                <a:cubicBezTo>
                  <a:pt x="3668160" y="939028"/>
                  <a:pt x="3634193" y="940875"/>
                  <a:pt x="3615656" y="940320"/>
                </a:cubicBezTo>
                <a:cubicBezTo>
                  <a:pt x="3582626" y="936974"/>
                  <a:pt x="3593904" y="949140"/>
                  <a:pt x="3567983" y="935596"/>
                </a:cubicBezTo>
                <a:cubicBezTo>
                  <a:pt x="3504185" y="939048"/>
                  <a:pt x="3482818" y="922224"/>
                  <a:pt x="3422423" y="932129"/>
                </a:cubicBezTo>
                <a:cubicBezTo>
                  <a:pt x="3369166" y="933413"/>
                  <a:pt x="3329486" y="910108"/>
                  <a:pt x="3310925" y="911072"/>
                </a:cubicBezTo>
                <a:cubicBezTo>
                  <a:pt x="3261363" y="909787"/>
                  <a:pt x="3198415" y="933574"/>
                  <a:pt x="3139421" y="934151"/>
                </a:cubicBezTo>
                <a:cubicBezTo>
                  <a:pt x="3088799" y="931012"/>
                  <a:pt x="3038941" y="938464"/>
                  <a:pt x="2996922" y="927537"/>
                </a:cubicBezTo>
                <a:cubicBezTo>
                  <a:pt x="2992673" y="929234"/>
                  <a:pt x="2987900" y="930498"/>
                  <a:pt x="2982785" y="931453"/>
                </a:cubicBezTo>
                <a:lnTo>
                  <a:pt x="2967478" y="933397"/>
                </a:lnTo>
                <a:lnTo>
                  <a:pt x="2948552" y="932961"/>
                </a:lnTo>
                <a:lnTo>
                  <a:pt x="2944404" y="934452"/>
                </a:lnTo>
                <a:lnTo>
                  <a:pt x="2908608" y="937205"/>
                </a:lnTo>
                <a:lnTo>
                  <a:pt x="2904443" y="936455"/>
                </a:lnTo>
                <a:lnTo>
                  <a:pt x="2868935" y="938022"/>
                </a:lnTo>
                <a:lnTo>
                  <a:pt x="2868586" y="937487"/>
                </a:lnTo>
                <a:cubicBezTo>
                  <a:pt x="2866994" y="936327"/>
                  <a:pt x="2864292" y="935538"/>
                  <a:pt x="2859191" y="935503"/>
                </a:cubicBezTo>
                <a:cubicBezTo>
                  <a:pt x="2869075" y="927418"/>
                  <a:pt x="2856828" y="932364"/>
                  <a:pt x="2840915" y="932977"/>
                </a:cubicBezTo>
                <a:lnTo>
                  <a:pt x="2763509" y="921850"/>
                </a:lnTo>
                <a:lnTo>
                  <a:pt x="2756121" y="921864"/>
                </a:lnTo>
                <a:cubicBezTo>
                  <a:pt x="2756081" y="921822"/>
                  <a:pt x="2756039" y="921781"/>
                  <a:pt x="2755998" y="921739"/>
                </a:cubicBezTo>
                <a:cubicBezTo>
                  <a:pt x="2754445" y="921476"/>
                  <a:pt x="2752036" y="921380"/>
                  <a:pt x="2748255" y="921505"/>
                </a:cubicBezTo>
                <a:lnTo>
                  <a:pt x="2694601" y="915575"/>
                </a:lnTo>
                <a:cubicBezTo>
                  <a:pt x="2671223" y="919874"/>
                  <a:pt x="2666972" y="913376"/>
                  <a:pt x="2635357" y="910976"/>
                </a:cubicBezTo>
                <a:cubicBezTo>
                  <a:pt x="2621906" y="915051"/>
                  <a:pt x="2611315" y="913542"/>
                  <a:pt x="2601047" y="910263"/>
                </a:cubicBezTo>
                <a:cubicBezTo>
                  <a:pt x="2570084" y="912074"/>
                  <a:pt x="2542135" y="907435"/>
                  <a:pt x="2507482" y="906211"/>
                </a:cubicBezTo>
                <a:cubicBezTo>
                  <a:pt x="2469706" y="911437"/>
                  <a:pt x="2450920" y="901812"/>
                  <a:pt x="2413884" y="900545"/>
                </a:cubicBezTo>
                <a:cubicBezTo>
                  <a:pt x="2381338" y="909664"/>
                  <a:pt x="2387753" y="892438"/>
                  <a:pt x="2368912" y="888755"/>
                </a:cubicBezTo>
                <a:lnTo>
                  <a:pt x="2349490" y="889719"/>
                </a:lnTo>
                <a:lnTo>
                  <a:pt x="2344290" y="890584"/>
                </a:lnTo>
                <a:cubicBezTo>
                  <a:pt x="2340673" y="891041"/>
                  <a:pt x="2338228" y="891167"/>
                  <a:pt x="2336488" y="891058"/>
                </a:cubicBezTo>
                <a:lnTo>
                  <a:pt x="2329015" y="891627"/>
                </a:lnTo>
                <a:cubicBezTo>
                  <a:pt x="2316843" y="893039"/>
                  <a:pt x="2305064" y="894669"/>
                  <a:pt x="2293898" y="896431"/>
                </a:cubicBezTo>
                <a:cubicBezTo>
                  <a:pt x="2282637" y="890404"/>
                  <a:pt x="2242346" y="900851"/>
                  <a:pt x="2243927" y="888076"/>
                </a:cubicBezTo>
                <a:cubicBezTo>
                  <a:pt x="2228778" y="890081"/>
                  <a:pt x="2220725" y="895845"/>
                  <a:pt x="2223920" y="887331"/>
                </a:cubicBezTo>
                <a:cubicBezTo>
                  <a:pt x="2218877" y="887756"/>
                  <a:pt x="2215583" y="887254"/>
                  <a:pt x="2213081" y="886302"/>
                </a:cubicBezTo>
                <a:lnTo>
                  <a:pt x="2212307" y="885829"/>
                </a:lnTo>
                <a:lnTo>
                  <a:pt x="2152321" y="894418"/>
                </a:lnTo>
                <a:lnTo>
                  <a:pt x="2140985" y="895968"/>
                </a:lnTo>
                <a:lnTo>
                  <a:pt x="2121210" y="899354"/>
                </a:lnTo>
                <a:lnTo>
                  <a:pt x="2119146" y="899033"/>
                </a:lnTo>
                <a:lnTo>
                  <a:pt x="2105666" y="902240"/>
                </a:lnTo>
                <a:cubicBezTo>
                  <a:pt x="2101407" y="903601"/>
                  <a:pt x="2097735" y="905221"/>
                  <a:pt x="2094924" y="907203"/>
                </a:cubicBezTo>
                <a:cubicBezTo>
                  <a:pt x="2044793" y="900664"/>
                  <a:pt x="2001785" y="912168"/>
                  <a:pt x="1949478" y="913748"/>
                </a:cubicBezTo>
                <a:cubicBezTo>
                  <a:pt x="1891937" y="919585"/>
                  <a:pt x="1810334" y="935486"/>
                  <a:pt x="1749684" y="942223"/>
                </a:cubicBezTo>
                <a:lnTo>
                  <a:pt x="1585576" y="954170"/>
                </a:lnTo>
                <a:cubicBezTo>
                  <a:pt x="1549165" y="943719"/>
                  <a:pt x="1511425" y="950847"/>
                  <a:pt x="1476250" y="950653"/>
                </a:cubicBezTo>
                <a:cubicBezTo>
                  <a:pt x="1488515" y="961596"/>
                  <a:pt x="1432660" y="946795"/>
                  <a:pt x="1433927" y="959926"/>
                </a:cubicBezTo>
                <a:cubicBezTo>
                  <a:pt x="1427485" y="959475"/>
                  <a:pt x="1421205" y="958623"/>
                  <a:pt x="1414893" y="957671"/>
                </a:cubicBezTo>
                <a:lnTo>
                  <a:pt x="1411585" y="957179"/>
                </a:lnTo>
                <a:lnTo>
                  <a:pt x="1398896" y="957460"/>
                </a:lnTo>
                <a:lnTo>
                  <a:pt x="1394632" y="954725"/>
                </a:lnTo>
                <a:lnTo>
                  <a:pt x="1375043" y="953132"/>
                </a:lnTo>
                <a:cubicBezTo>
                  <a:pt x="1367813" y="952970"/>
                  <a:pt x="1360155" y="953305"/>
                  <a:pt x="1351876" y="954436"/>
                </a:cubicBezTo>
                <a:cubicBezTo>
                  <a:pt x="1325912" y="963028"/>
                  <a:pt x="1274459" y="952492"/>
                  <a:pt x="1242676" y="963767"/>
                </a:cubicBezTo>
                <a:cubicBezTo>
                  <a:pt x="1230276" y="966918"/>
                  <a:pt x="1216715" y="977098"/>
                  <a:pt x="1205993" y="974080"/>
                </a:cubicBezTo>
                <a:cubicBezTo>
                  <a:pt x="1174251" y="974112"/>
                  <a:pt x="1086982" y="964420"/>
                  <a:pt x="1052221" y="963954"/>
                </a:cubicBezTo>
                <a:cubicBezTo>
                  <a:pt x="1038515" y="970622"/>
                  <a:pt x="1009522" y="962342"/>
                  <a:pt x="968270" y="964761"/>
                </a:cubicBezTo>
                <a:cubicBezTo>
                  <a:pt x="943437" y="973698"/>
                  <a:pt x="900136" y="991017"/>
                  <a:pt x="874493" y="998122"/>
                </a:cubicBezTo>
                <a:cubicBezTo>
                  <a:pt x="848849" y="1005226"/>
                  <a:pt x="853424" y="1009427"/>
                  <a:pt x="814411" y="1007391"/>
                </a:cubicBezTo>
                <a:cubicBezTo>
                  <a:pt x="765926" y="1022821"/>
                  <a:pt x="732885" y="1009859"/>
                  <a:pt x="688604" y="1015631"/>
                </a:cubicBezTo>
                <a:cubicBezTo>
                  <a:pt x="638045" y="1020877"/>
                  <a:pt x="677999" y="1011556"/>
                  <a:pt x="618171" y="1027260"/>
                </a:cubicBezTo>
                <a:cubicBezTo>
                  <a:pt x="609680" y="1023165"/>
                  <a:pt x="583253" y="1020277"/>
                  <a:pt x="570379" y="1023487"/>
                </a:cubicBezTo>
                <a:cubicBezTo>
                  <a:pt x="543992" y="1022523"/>
                  <a:pt x="505183" y="1001686"/>
                  <a:pt x="482519" y="1002108"/>
                </a:cubicBezTo>
                <a:cubicBezTo>
                  <a:pt x="464011" y="1002285"/>
                  <a:pt x="495211" y="1007995"/>
                  <a:pt x="475319" y="1009922"/>
                </a:cubicBezTo>
                <a:cubicBezTo>
                  <a:pt x="450818" y="1011135"/>
                  <a:pt x="454804" y="1022539"/>
                  <a:pt x="431104" y="1009317"/>
                </a:cubicBezTo>
                <a:cubicBezTo>
                  <a:pt x="406857" y="1014651"/>
                  <a:pt x="399686" y="1008456"/>
                  <a:pt x="363782" y="1007585"/>
                </a:cubicBezTo>
                <a:cubicBezTo>
                  <a:pt x="350440" y="1012231"/>
                  <a:pt x="338145" y="1011245"/>
                  <a:pt x="325533" y="1008502"/>
                </a:cubicBezTo>
                <a:cubicBezTo>
                  <a:pt x="291944" y="1011745"/>
                  <a:pt x="259251" y="1008497"/>
                  <a:pt x="220429" y="1008927"/>
                </a:cubicBezTo>
                <a:cubicBezTo>
                  <a:pt x="180594" y="1015852"/>
                  <a:pt x="156150" y="1007265"/>
                  <a:pt x="114676" y="1007765"/>
                </a:cubicBezTo>
                <a:cubicBezTo>
                  <a:pt x="85718" y="1006195"/>
                  <a:pt x="43316" y="1001491"/>
                  <a:pt x="13470" y="998544"/>
                </a:cubicBezTo>
                <a:lnTo>
                  <a:pt x="0" y="997355"/>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17" name="Picture 16" descr="09_company_table.png"/>
          <p:cNvPicPr>
            <a:picLocks noChangeAspect="1"/>
          </p:cNvPicPr>
          <p:nvPr/>
        </p:nvPicPr>
        <p:blipFill>
          <a:blip r:embed="rId2"/>
          <a:stretch>
            <a:fillRect/>
          </a:stretch>
        </p:blipFill>
        <p:spPr>
          <a:xfrm>
            <a:off x="5934456" y="914400"/>
            <a:ext cx="6126480" cy="5724144"/>
          </a:xfrm>
          <a:prstGeom prst="rect">
            <a:avLst/>
          </a:prstGeom>
        </p:spPr>
      </p:pic>
    </p:spTree>
    <p:extLst>
      <p:ext uri="{BB962C8B-B14F-4D97-AF65-F5344CB8AC3E}">
        <p14:creationId xmlns:p14="http://schemas.microsoft.com/office/powerpoint/2010/main" val="242894724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617950A-969A-EC89-C038-14EC9F2CFBE5}"/>
            </a:ext>
          </a:extLst>
        </p:cNvPr>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0D325336-6194-A3A3-36CC-62E648E9C9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2F10AF4F-5B84-85E0-7F3C-59A1B8FB92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1766176" cy="2061837"/>
          </a:xfrm>
          <a:custGeom>
            <a:avLst/>
            <a:gdLst>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13657 w 10768629"/>
              <a:gd name="connsiteY144" fmla="*/ 1730706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40853 w 10768629"/>
              <a:gd name="connsiteY141" fmla="*/ 1657958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232341 w 10768629"/>
              <a:gd name="connsiteY179" fmla="*/ 1785942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232341 w 10768629"/>
              <a:gd name="connsiteY179" fmla="*/ 1785942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9462 w 10768629"/>
              <a:gd name="connsiteY48" fmla="*/ 987106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0257 w 10768629"/>
              <a:gd name="connsiteY182" fmla="*/ 1789615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84330 h 1978172"/>
              <a:gd name="connsiteX182" fmla="*/ 1120257 w 10768629"/>
              <a:gd name="connsiteY182" fmla="*/ 1789615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Lst>
            <a:rect l="l" t="t" r="r" b="b"/>
            <a:pathLst>
              <a:path w="10768629" h="1978172">
                <a:moveTo>
                  <a:pt x="0" y="0"/>
                </a:moveTo>
                <a:lnTo>
                  <a:pt x="10768629" y="0"/>
                </a:lnTo>
                <a:lnTo>
                  <a:pt x="10733254" y="31439"/>
                </a:lnTo>
                <a:lnTo>
                  <a:pt x="10727085" y="37910"/>
                </a:lnTo>
                <a:cubicBezTo>
                  <a:pt x="10712973" y="56080"/>
                  <a:pt x="10699457" y="78430"/>
                  <a:pt x="10675953" y="68623"/>
                </a:cubicBezTo>
                <a:cubicBezTo>
                  <a:pt x="10685972" y="89202"/>
                  <a:pt x="10641629" y="69781"/>
                  <a:pt x="10637091" y="90361"/>
                </a:cubicBezTo>
                <a:cubicBezTo>
                  <a:pt x="10635214" y="107005"/>
                  <a:pt x="10621323" y="104993"/>
                  <a:pt x="10610971" y="110764"/>
                </a:cubicBezTo>
                <a:cubicBezTo>
                  <a:pt x="10603980" y="127568"/>
                  <a:pt x="10551417" y="141180"/>
                  <a:pt x="10532872" y="138028"/>
                </a:cubicBezTo>
                <a:cubicBezTo>
                  <a:pt x="10480300" y="119072"/>
                  <a:pt x="10440532" y="186296"/>
                  <a:pt x="10398558" y="172911"/>
                </a:cubicBezTo>
                <a:cubicBezTo>
                  <a:pt x="10387708" y="174114"/>
                  <a:pt x="10378792" y="177646"/>
                  <a:pt x="10371128" y="182609"/>
                </a:cubicBezTo>
                <a:lnTo>
                  <a:pt x="10352178" y="199976"/>
                </a:lnTo>
                <a:lnTo>
                  <a:pt x="10351815" y="211879"/>
                </a:lnTo>
                <a:lnTo>
                  <a:pt x="10337471" y="218661"/>
                </a:lnTo>
                <a:lnTo>
                  <a:pt x="10334625" y="222351"/>
                </a:lnTo>
                <a:cubicBezTo>
                  <a:pt x="10321108" y="225227"/>
                  <a:pt x="10278615" y="228401"/>
                  <a:pt x="10256365" y="235917"/>
                </a:cubicBezTo>
                <a:cubicBezTo>
                  <a:pt x="10218136" y="258033"/>
                  <a:pt x="10224552" y="209685"/>
                  <a:pt x="10201127" y="267448"/>
                </a:cubicBezTo>
                <a:cubicBezTo>
                  <a:pt x="10121320" y="273476"/>
                  <a:pt x="10040763" y="345580"/>
                  <a:pt x="9961218" y="326720"/>
                </a:cubicBezTo>
                <a:cubicBezTo>
                  <a:pt x="9980173" y="341621"/>
                  <a:pt x="9883038" y="318484"/>
                  <a:pt x="9859715" y="355698"/>
                </a:cubicBezTo>
                <a:cubicBezTo>
                  <a:pt x="9812822" y="367758"/>
                  <a:pt x="9752089" y="383830"/>
                  <a:pt x="9679867" y="399081"/>
                </a:cubicBezTo>
                <a:cubicBezTo>
                  <a:pt x="9618357" y="415668"/>
                  <a:pt x="9525492" y="446315"/>
                  <a:pt x="9490654" y="455225"/>
                </a:cubicBezTo>
                <a:lnTo>
                  <a:pt x="9470837" y="452539"/>
                </a:lnTo>
                <a:lnTo>
                  <a:pt x="9469082" y="454891"/>
                </a:lnTo>
                <a:cubicBezTo>
                  <a:pt x="9460057" y="461184"/>
                  <a:pt x="9453495" y="461729"/>
                  <a:pt x="9448038" y="459733"/>
                </a:cubicBezTo>
                <a:lnTo>
                  <a:pt x="9396821" y="455795"/>
                </a:lnTo>
                <a:lnTo>
                  <a:pt x="9392197" y="459796"/>
                </a:lnTo>
                <a:lnTo>
                  <a:pt x="9347994" y="464462"/>
                </a:lnTo>
                <a:cubicBezTo>
                  <a:pt x="9347959" y="465155"/>
                  <a:pt x="9347925" y="465846"/>
                  <a:pt x="9347889" y="466539"/>
                </a:cubicBezTo>
                <a:cubicBezTo>
                  <a:pt x="9346648" y="471307"/>
                  <a:pt x="9343831" y="475025"/>
                  <a:pt x="9337639" y="476654"/>
                </a:cubicBezTo>
                <a:cubicBezTo>
                  <a:pt x="9354547" y="503661"/>
                  <a:pt x="9307720" y="510631"/>
                  <a:pt x="9287964" y="513052"/>
                </a:cubicBezTo>
                <a:cubicBezTo>
                  <a:pt x="9269905" y="526173"/>
                  <a:pt x="9245386" y="544358"/>
                  <a:pt x="9229283" y="555377"/>
                </a:cubicBezTo>
                <a:lnTo>
                  <a:pt x="9220274" y="557502"/>
                </a:lnTo>
                <a:cubicBezTo>
                  <a:pt x="9220250" y="557668"/>
                  <a:pt x="9220226" y="557835"/>
                  <a:pt x="9220202" y="558001"/>
                </a:cubicBezTo>
                <a:cubicBezTo>
                  <a:pt x="9218468" y="559434"/>
                  <a:pt x="9215591" y="560497"/>
                  <a:pt x="9210908" y="561147"/>
                </a:cubicBezTo>
                <a:lnTo>
                  <a:pt x="9186374" y="565502"/>
                </a:lnTo>
                <a:lnTo>
                  <a:pt x="9181058" y="569943"/>
                </a:lnTo>
                <a:lnTo>
                  <a:pt x="9167549" y="584727"/>
                </a:lnTo>
                <a:lnTo>
                  <a:pt x="9149110" y="598906"/>
                </a:lnTo>
                <a:cubicBezTo>
                  <a:pt x="9133575" y="594395"/>
                  <a:pt x="9087390" y="636567"/>
                  <a:pt x="9078556" y="644039"/>
                </a:cubicBezTo>
                <a:lnTo>
                  <a:pt x="8996399" y="690055"/>
                </a:lnTo>
                <a:cubicBezTo>
                  <a:pt x="8913147" y="777045"/>
                  <a:pt x="8867993" y="772591"/>
                  <a:pt x="8803791" y="813860"/>
                </a:cubicBezTo>
                <a:cubicBezTo>
                  <a:pt x="8745270" y="819906"/>
                  <a:pt x="8690049" y="823612"/>
                  <a:pt x="8636202" y="848463"/>
                </a:cubicBezTo>
                <a:cubicBezTo>
                  <a:pt x="8594799" y="860014"/>
                  <a:pt x="8568613" y="864779"/>
                  <a:pt x="8555372" y="883171"/>
                </a:cubicBezTo>
                <a:lnTo>
                  <a:pt x="8507229" y="901665"/>
                </a:lnTo>
                <a:lnTo>
                  <a:pt x="8428473" y="927985"/>
                </a:lnTo>
                <a:cubicBezTo>
                  <a:pt x="8428287" y="929817"/>
                  <a:pt x="8428100" y="931648"/>
                  <a:pt x="8427914" y="933480"/>
                </a:cubicBezTo>
                <a:lnTo>
                  <a:pt x="8420327" y="941984"/>
                </a:lnTo>
                <a:lnTo>
                  <a:pt x="8394729" y="948347"/>
                </a:lnTo>
                <a:lnTo>
                  <a:pt x="8380548" y="987916"/>
                </a:lnTo>
                <a:lnTo>
                  <a:pt x="8375330" y="965444"/>
                </a:lnTo>
                <a:cubicBezTo>
                  <a:pt x="8372375" y="964202"/>
                  <a:pt x="8344433" y="977378"/>
                  <a:pt x="8340796" y="980522"/>
                </a:cubicBezTo>
                <a:cubicBezTo>
                  <a:pt x="8328292" y="982128"/>
                  <a:pt x="8319237" y="991089"/>
                  <a:pt x="8304438" y="996739"/>
                </a:cubicBezTo>
                <a:cubicBezTo>
                  <a:pt x="8297193" y="1005683"/>
                  <a:pt x="8289328" y="1014568"/>
                  <a:pt x="8280929" y="1023089"/>
                </a:cubicBezTo>
                <a:lnTo>
                  <a:pt x="8275760" y="1027772"/>
                </a:lnTo>
                <a:lnTo>
                  <a:pt x="8275478" y="1027605"/>
                </a:lnTo>
                <a:cubicBezTo>
                  <a:pt x="8273970" y="1028076"/>
                  <a:pt x="8251461" y="1029408"/>
                  <a:pt x="8249003" y="1032033"/>
                </a:cubicBezTo>
                <a:lnTo>
                  <a:pt x="8203836" y="1037347"/>
                </a:lnTo>
                <a:cubicBezTo>
                  <a:pt x="8172789" y="1049890"/>
                  <a:pt x="8148166" y="1034625"/>
                  <a:pt x="8122936" y="1063113"/>
                </a:cubicBezTo>
                <a:cubicBezTo>
                  <a:pt x="8093850" y="1074757"/>
                  <a:pt x="8066781" y="1075350"/>
                  <a:pt x="8043658" y="1092746"/>
                </a:cubicBezTo>
                <a:cubicBezTo>
                  <a:pt x="8032157" y="1089174"/>
                  <a:pt x="8022145" y="1089998"/>
                  <a:pt x="8015351" y="1105478"/>
                </a:cubicBezTo>
                <a:cubicBezTo>
                  <a:pt x="7987544" y="1113006"/>
                  <a:pt x="7977708" y="1099152"/>
                  <a:pt x="7963145" y="1119346"/>
                </a:cubicBezTo>
                <a:cubicBezTo>
                  <a:pt x="7942622" y="1098880"/>
                  <a:pt x="7943760" y="1109516"/>
                  <a:pt x="7938145" y="1120225"/>
                </a:cubicBezTo>
                <a:lnTo>
                  <a:pt x="7937238" y="1121204"/>
                </a:lnTo>
                <a:lnTo>
                  <a:pt x="7934398" y="1118240"/>
                </a:lnTo>
                <a:lnTo>
                  <a:pt x="7918248" y="1124371"/>
                </a:lnTo>
                <a:lnTo>
                  <a:pt x="7914119" y="1127653"/>
                </a:lnTo>
                <a:cubicBezTo>
                  <a:pt x="7911201" y="1129547"/>
                  <a:pt x="7909169" y="1130331"/>
                  <a:pt x="7907658" y="1130350"/>
                </a:cubicBezTo>
                <a:lnTo>
                  <a:pt x="7907434" y="1130103"/>
                </a:lnTo>
                <a:lnTo>
                  <a:pt x="7901508" y="1133245"/>
                </a:lnTo>
                <a:cubicBezTo>
                  <a:pt x="7891644" y="1139271"/>
                  <a:pt x="7882185" y="1145815"/>
                  <a:pt x="7873287" y="1152609"/>
                </a:cubicBezTo>
                <a:cubicBezTo>
                  <a:pt x="7864672" y="1141906"/>
                  <a:pt x="7845199" y="1159242"/>
                  <a:pt x="7834833" y="1153868"/>
                </a:cubicBezTo>
                <a:lnTo>
                  <a:pt x="7828661" y="1139994"/>
                </a:lnTo>
                <a:lnTo>
                  <a:pt x="7823966" y="1143178"/>
                </a:lnTo>
                <a:lnTo>
                  <a:pt x="7815078" y="1151776"/>
                </a:lnTo>
                <a:cubicBezTo>
                  <a:pt x="7813692" y="1152943"/>
                  <a:pt x="7812687" y="1153116"/>
                  <a:pt x="7812026" y="1151522"/>
                </a:cubicBezTo>
                <a:cubicBezTo>
                  <a:pt x="7806555" y="1153054"/>
                  <a:pt x="7788673" y="1159989"/>
                  <a:pt x="7782249" y="1160970"/>
                </a:cubicBezTo>
                <a:lnTo>
                  <a:pt x="7773476" y="1157414"/>
                </a:lnTo>
                <a:lnTo>
                  <a:pt x="7769600" y="1157365"/>
                </a:lnTo>
                <a:lnTo>
                  <a:pt x="7752631" y="1172815"/>
                </a:lnTo>
                <a:lnTo>
                  <a:pt x="7739392" y="1192062"/>
                </a:lnTo>
                <a:lnTo>
                  <a:pt x="7677677" y="1216394"/>
                </a:lnTo>
                <a:lnTo>
                  <a:pt x="7586920" y="1261888"/>
                </a:lnTo>
                <a:cubicBezTo>
                  <a:pt x="7556723" y="1298911"/>
                  <a:pt x="7489187" y="1284518"/>
                  <a:pt x="7486100" y="1292563"/>
                </a:cubicBezTo>
                <a:cubicBezTo>
                  <a:pt x="7454875" y="1308356"/>
                  <a:pt x="7453335" y="1326361"/>
                  <a:pt x="7411323" y="1340732"/>
                </a:cubicBezTo>
                <a:cubicBezTo>
                  <a:pt x="7372519" y="1390006"/>
                  <a:pt x="7288617" y="1403664"/>
                  <a:pt x="7240698" y="1438832"/>
                </a:cubicBezTo>
                <a:cubicBezTo>
                  <a:pt x="7206467" y="1417136"/>
                  <a:pt x="7227555" y="1441678"/>
                  <a:pt x="7197675" y="1447530"/>
                </a:cubicBezTo>
                <a:cubicBezTo>
                  <a:pt x="7211601" y="1474927"/>
                  <a:pt x="7159483" y="1444981"/>
                  <a:pt x="7164788" y="1480293"/>
                </a:cubicBezTo>
                <a:cubicBezTo>
                  <a:pt x="7159184" y="1480240"/>
                  <a:pt x="7153584" y="1479075"/>
                  <a:pt x="7147929" y="1477641"/>
                </a:cubicBezTo>
                <a:lnTo>
                  <a:pt x="7144965" y="1476908"/>
                </a:lnTo>
                <a:lnTo>
                  <a:pt x="7134299" y="1479969"/>
                </a:lnTo>
                <a:lnTo>
                  <a:pt x="7129809" y="1473339"/>
                </a:lnTo>
                <a:lnTo>
                  <a:pt x="7112688" y="1472575"/>
                </a:lnTo>
                <a:cubicBezTo>
                  <a:pt x="7106506" y="1473449"/>
                  <a:pt x="7100123" y="1475741"/>
                  <a:pt x="7093470" y="1480300"/>
                </a:cubicBezTo>
                <a:cubicBezTo>
                  <a:pt x="7079039" y="1501274"/>
                  <a:pt x="7048991" y="1495718"/>
                  <a:pt x="7025034" y="1506934"/>
                </a:cubicBezTo>
                <a:lnTo>
                  <a:pt x="7014783" y="1515868"/>
                </a:lnTo>
                <a:lnTo>
                  <a:pt x="6979706" y="1523511"/>
                </a:lnTo>
                <a:lnTo>
                  <a:pt x="6977890" y="1525793"/>
                </a:lnTo>
                <a:cubicBezTo>
                  <a:pt x="6971996" y="1527914"/>
                  <a:pt x="6959488" y="1529941"/>
                  <a:pt x="6944339" y="1536237"/>
                </a:cubicBezTo>
                <a:lnTo>
                  <a:pt x="6886996" y="1563569"/>
                </a:lnTo>
                <a:lnTo>
                  <a:pt x="6874510" y="1558469"/>
                </a:lnTo>
                <a:lnTo>
                  <a:pt x="6871943" y="1554651"/>
                </a:lnTo>
                <a:lnTo>
                  <a:pt x="6856174" y="1562024"/>
                </a:lnTo>
                <a:lnTo>
                  <a:pt x="6842321" y="1560554"/>
                </a:lnTo>
                <a:lnTo>
                  <a:pt x="6832713" y="1569357"/>
                </a:lnTo>
                <a:lnTo>
                  <a:pt x="6816351" y="1571495"/>
                </a:lnTo>
                <a:cubicBezTo>
                  <a:pt x="6810216" y="1571510"/>
                  <a:pt x="6803310" y="1571324"/>
                  <a:pt x="6795800" y="1572010"/>
                </a:cubicBezTo>
                <a:lnTo>
                  <a:pt x="6777546" y="1568661"/>
                </a:lnTo>
                <a:lnTo>
                  <a:pt x="6751528" y="1574143"/>
                </a:lnTo>
                <a:cubicBezTo>
                  <a:pt x="6731455" y="1578562"/>
                  <a:pt x="6712054" y="1582098"/>
                  <a:pt x="6691966" y="1582255"/>
                </a:cubicBezTo>
                <a:cubicBezTo>
                  <a:pt x="6677921" y="1590738"/>
                  <a:pt x="6663787" y="1595441"/>
                  <a:pt x="6646941" y="1588471"/>
                </a:cubicBezTo>
                <a:cubicBezTo>
                  <a:pt x="6605135" y="1597971"/>
                  <a:pt x="6598373" y="1612583"/>
                  <a:pt x="6568576" y="1606488"/>
                </a:cubicBezTo>
                <a:cubicBezTo>
                  <a:pt x="6562510" y="1614734"/>
                  <a:pt x="6558067" y="1619360"/>
                  <a:pt x="6554358" y="1621701"/>
                </a:cubicBezTo>
                <a:cubicBezTo>
                  <a:pt x="6543227" y="1628727"/>
                  <a:pt x="6538724" y="1615196"/>
                  <a:pt x="6516968" y="1617195"/>
                </a:cubicBezTo>
                <a:cubicBezTo>
                  <a:pt x="6493173" y="1617368"/>
                  <a:pt x="6528193" y="1598652"/>
                  <a:pt x="6506479" y="1602227"/>
                </a:cubicBezTo>
                <a:cubicBezTo>
                  <a:pt x="6486674" y="1613929"/>
                  <a:pt x="6478484" y="1593997"/>
                  <a:pt x="6458436" y="1607332"/>
                </a:cubicBezTo>
                <a:cubicBezTo>
                  <a:pt x="6471168" y="1620800"/>
                  <a:pt x="6410323" y="1615478"/>
                  <a:pt x="6414786" y="1628815"/>
                </a:cubicBezTo>
                <a:cubicBezTo>
                  <a:pt x="6385942" y="1615041"/>
                  <a:pt x="6386569" y="1640238"/>
                  <a:pt x="6357085" y="1640846"/>
                </a:cubicBezTo>
                <a:cubicBezTo>
                  <a:pt x="6341163" y="1636809"/>
                  <a:pt x="6331497" y="1637754"/>
                  <a:pt x="6322636" y="1648213"/>
                </a:cubicBezTo>
                <a:cubicBezTo>
                  <a:pt x="6248448" y="1627802"/>
                  <a:pt x="6286748" y="1654976"/>
                  <a:pt x="6226172" y="1654676"/>
                </a:cubicBezTo>
                <a:lnTo>
                  <a:pt x="6221217" y="1654506"/>
                </a:lnTo>
                <a:lnTo>
                  <a:pt x="6204956" y="1664280"/>
                </a:lnTo>
                <a:cubicBezTo>
                  <a:pt x="6204728" y="1665114"/>
                  <a:pt x="6204498" y="1665947"/>
                  <a:pt x="6204270" y="1666782"/>
                </a:cubicBezTo>
                <a:lnTo>
                  <a:pt x="6143810" y="1661963"/>
                </a:lnTo>
                <a:lnTo>
                  <a:pt x="6136560" y="1665728"/>
                </a:lnTo>
                <a:lnTo>
                  <a:pt x="6096155" y="1656951"/>
                </a:lnTo>
                <a:lnTo>
                  <a:pt x="6075812" y="1655422"/>
                </a:lnTo>
                <a:lnTo>
                  <a:pt x="6039495" y="1649680"/>
                </a:lnTo>
                <a:lnTo>
                  <a:pt x="6036523" y="1652121"/>
                </a:lnTo>
                <a:lnTo>
                  <a:pt x="6029328" y="1649904"/>
                </a:lnTo>
                <a:lnTo>
                  <a:pt x="6024075" y="1652779"/>
                </a:lnTo>
                <a:lnTo>
                  <a:pt x="6018085" y="1652030"/>
                </a:lnTo>
                <a:cubicBezTo>
                  <a:pt x="6006658" y="1653831"/>
                  <a:pt x="5968194" y="1662035"/>
                  <a:pt x="5955513" y="1663584"/>
                </a:cubicBezTo>
                <a:lnTo>
                  <a:pt x="5941996" y="1661326"/>
                </a:lnTo>
                <a:lnTo>
                  <a:pt x="5931789" y="1669915"/>
                </a:lnTo>
                <a:lnTo>
                  <a:pt x="5888686" y="1672175"/>
                </a:lnTo>
                <a:lnTo>
                  <a:pt x="5873794" y="1665454"/>
                </a:lnTo>
                <a:lnTo>
                  <a:pt x="5860022" y="1660635"/>
                </a:lnTo>
                <a:lnTo>
                  <a:pt x="5858237" y="1660649"/>
                </a:lnTo>
                <a:lnTo>
                  <a:pt x="5840319" y="1660798"/>
                </a:lnTo>
                <a:lnTo>
                  <a:pt x="5806984" y="1661075"/>
                </a:lnTo>
                <a:cubicBezTo>
                  <a:pt x="5785708" y="1661533"/>
                  <a:pt x="5764126" y="1662974"/>
                  <a:pt x="5742351" y="1667489"/>
                </a:cubicBezTo>
                <a:cubicBezTo>
                  <a:pt x="5659069" y="1645168"/>
                  <a:pt x="5615134" y="1706361"/>
                  <a:pt x="5521171" y="1671626"/>
                </a:cubicBezTo>
                <a:cubicBezTo>
                  <a:pt x="5491803" y="1671296"/>
                  <a:pt x="5498089" y="1662666"/>
                  <a:pt x="5457384" y="1683952"/>
                </a:cubicBezTo>
                <a:cubicBezTo>
                  <a:pt x="5356959" y="1699287"/>
                  <a:pt x="5078905" y="1774579"/>
                  <a:pt x="4950070" y="1748401"/>
                </a:cubicBezTo>
                <a:cubicBezTo>
                  <a:pt x="4918276" y="1752255"/>
                  <a:pt x="4891043" y="1756936"/>
                  <a:pt x="4872172" y="1757222"/>
                </a:cubicBezTo>
                <a:lnTo>
                  <a:pt x="4809524" y="1761033"/>
                </a:lnTo>
                <a:cubicBezTo>
                  <a:pt x="4791324" y="1772975"/>
                  <a:pt x="4777258" y="1754591"/>
                  <a:pt x="4759058" y="1766533"/>
                </a:cubicBezTo>
                <a:cubicBezTo>
                  <a:pt x="4747481" y="1770744"/>
                  <a:pt x="4734604" y="1772921"/>
                  <a:pt x="4719749" y="1771811"/>
                </a:cubicBezTo>
                <a:cubicBezTo>
                  <a:pt x="4671168" y="1780243"/>
                  <a:pt x="4634134" y="1775931"/>
                  <a:pt x="4568686" y="1786141"/>
                </a:cubicBezTo>
                <a:cubicBezTo>
                  <a:pt x="4544667" y="1777910"/>
                  <a:pt x="4432547" y="1778168"/>
                  <a:pt x="4418751" y="1796932"/>
                </a:cubicBezTo>
                <a:cubicBezTo>
                  <a:pt x="4403360" y="1801488"/>
                  <a:pt x="4385278" y="1795746"/>
                  <a:pt x="4378377" y="1815528"/>
                </a:cubicBezTo>
                <a:cubicBezTo>
                  <a:pt x="4366870" y="1839461"/>
                  <a:pt x="4337372" y="1814003"/>
                  <a:pt x="4320575" y="1832722"/>
                </a:cubicBezTo>
                <a:cubicBezTo>
                  <a:pt x="4277898" y="1857053"/>
                  <a:pt x="4243945" y="1846759"/>
                  <a:pt x="4211935" y="1860177"/>
                </a:cubicBezTo>
                <a:cubicBezTo>
                  <a:pt x="4181519" y="1859584"/>
                  <a:pt x="4171342" y="1859762"/>
                  <a:pt x="4101228" y="1868717"/>
                </a:cubicBezTo>
                <a:cubicBezTo>
                  <a:pt x="4080159" y="1876188"/>
                  <a:pt x="4039427" y="1877381"/>
                  <a:pt x="3973223" y="1881015"/>
                </a:cubicBezTo>
                <a:cubicBezTo>
                  <a:pt x="3971330" y="1884974"/>
                  <a:pt x="3952843" y="1879225"/>
                  <a:pt x="3900992" y="1880603"/>
                </a:cubicBezTo>
                <a:cubicBezTo>
                  <a:pt x="3849141" y="1881981"/>
                  <a:pt x="3740060" y="1895686"/>
                  <a:pt x="3662119" y="1889285"/>
                </a:cubicBezTo>
                <a:cubicBezTo>
                  <a:pt x="3565155" y="1881322"/>
                  <a:pt x="3613412" y="1915150"/>
                  <a:pt x="3496919" y="1873180"/>
                </a:cubicBezTo>
                <a:cubicBezTo>
                  <a:pt x="3488062" y="1895719"/>
                  <a:pt x="3474293" y="1876288"/>
                  <a:pt x="3449433" y="1889681"/>
                </a:cubicBezTo>
                <a:cubicBezTo>
                  <a:pt x="3406553" y="1891629"/>
                  <a:pt x="3413217" y="1897797"/>
                  <a:pt x="3369766" y="1916653"/>
                </a:cubicBezTo>
                <a:cubicBezTo>
                  <a:pt x="3338805" y="1929531"/>
                  <a:pt x="3289487" y="1928617"/>
                  <a:pt x="3269672" y="1938036"/>
                </a:cubicBezTo>
                <a:lnTo>
                  <a:pt x="3224897" y="1943733"/>
                </a:lnTo>
                <a:cubicBezTo>
                  <a:pt x="3188693" y="1949271"/>
                  <a:pt x="3178540" y="1909145"/>
                  <a:pt x="3161463" y="1946591"/>
                </a:cubicBezTo>
                <a:lnTo>
                  <a:pt x="3112044" y="1935614"/>
                </a:lnTo>
                <a:lnTo>
                  <a:pt x="3069716" y="1930463"/>
                </a:lnTo>
                <a:cubicBezTo>
                  <a:pt x="3049937" y="1924285"/>
                  <a:pt x="3047816" y="1925644"/>
                  <a:pt x="3005773" y="1915878"/>
                </a:cubicBezTo>
                <a:cubicBezTo>
                  <a:pt x="2978838" y="1921092"/>
                  <a:pt x="2967972" y="1927319"/>
                  <a:pt x="2897201" y="1926772"/>
                </a:cubicBezTo>
                <a:lnTo>
                  <a:pt x="2783891" y="1931749"/>
                </a:lnTo>
                <a:cubicBezTo>
                  <a:pt x="2753098" y="1932794"/>
                  <a:pt x="2731621" y="1915151"/>
                  <a:pt x="2712447" y="1933044"/>
                </a:cubicBezTo>
                <a:cubicBezTo>
                  <a:pt x="2621923" y="1990472"/>
                  <a:pt x="2637976" y="1949546"/>
                  <a:pt x="2560151" y="1963609"/>
                </a:cubicBezTo>
                <a:cubicBezTo>
                  <a:pt x="2472084" y="1973456"/>
                  <a:pt x="2423631" y="1962133"/>
                  <a:pt x="2367221" y="1971884"/>
                </a:cubicBezTo>
                <a:cubicBezTo>
                  <a:pt x="2355331" y="1950582"/>
                  <a:pt x="2295649" y="1950006"/>
                  <a:pt x="2272130" y="1961162"/>
                </a:cubicBezTo>
                <a:cubicBezTo>
                  <a:pt x="2229336" y="1964326"/>
                  <a:pt x="2232627" y="1943953"/>
                  <a:pt x="2189404" y="1978172"/>
                </a:cubicBezTo>
                <a:cubicBezTo>
                  <a:pt x="2153824" y="1968017"/>
                  <a:pt x="2114605" y="1969166"/>
                  <a:pt x="2077704" y="1965002"/>
                </a:cubicBezTo>
                <a:cubicBezTo>
                  <a:pt x="2053064" y="1962036"/>
                  <a:pt x="2051584" y="1971011"/>
                  <a:pt x="2033299" y="1969042"/>
                </a:cubicBezTo>
                <a:cubicBezTo>
                  <a:pt x="2015014" y="1967073"/>
                  <a:pt x="1998956" y="1958903"/>
                  <a:pt x="1967996" y="1953187"/>
                </a:cubicBezTo>
                <a:cubicBezTo>
                  <a:pt x="1924117" y="1970917"/>
                  <a:pt x="1915668" y="1940297"/>
                  <a:pt x="1855805" y="1926082"/>
                </a:cubicBezTo>
                <a:cubicBezTo>
                  <a:pt x="1830663" y="1943732"/>
                  <a:pt x="1810564" y="1935694"/>
                  <a:pt x="1790957" y="1919460"/>
                </a:cubicBezTo>
                <a:cubicBezTo>
                  <a:pt x="1732588" y="1924884"/>
                  <a:pt x="1679506" y="1900619"/>
                  <a:pt x="1613978" y="1891581"/>
                </a:cubicBezTo>
                <a:cubicBezTo>
                  <a:pt x="1542961" y="1912227"/>
                  <a:pt x="1506863" y="1865666"/>
                  <a:pt x="1436831" y="1856201"/>
                </a:cubicBezTo>
                <a:cubicBezTo>
                  <a:pt x="1409149" y="1862955"/>
                  <a:pt x="1416370" y="1829853"/>
                  <a:pt x="1357365" y="1832140"/>
                </a:cubicBezTo>
                <a:cubicBezTo>
                  <a:pt x="1285880" y="1811785"/>
                  <a:pt x="1273193" y="1786872"/>
                  <a:pt x="1232341" y="1785942"/>
                </a:cubicBezTo>
                <a:cubicBezTo>
                  <a:pt x="1223903" y="1792798"/>
                  <a:pt x="1160576" y="1793911"/>
                  <a:pt x="1162595" y="1784330"/>
                </a:cubicBezTo>
                <a:cubicBezTo>
                  <a:pt x="1153167" y="1787110"/>
                  <a:pt x="1122206" y="1805077"/>
                  <a:pt x="1120257" y="1789615"/>
                </a:cubicBezTo>
                <a:cubicBezTo>
                  <a:pt x="1073149" y="1786750"/>
                  <a:pt x="1034361" y="1768718"/>
                  <a:pt x="991903" y="1786741"/>
                </a:cubicBezTo>
                <a:cubicBezTo>
                  <a:pt x="966383" y="1781126"/>
                  <a:pt x="949501" y="1800915"/>
                  <a:pt x="883960" y="1809389"/>
                </a:cubicBezTo>
                <a:cubicBezTo>
                  <a:pt x="836064" y="1808194"/>
                  <a:pt x="826980" y="1826610"/>
                  <a:pt x="766531" y="1805053"/>
                </a:cubicBezTo>
                <a:cubicBezTo>
                  <a:pt x="732778" y="1801141"/>
                  <a:pt x="694055" y="1787044"/>
                  <a:pt x="669779" y="1800537"/>
                </a:cubicBezTo>
                <a:cubicBezTo>
                  <a:pt x="645252" y="1794709"/>
                  <a:pt x="563495" y="1813232"/>
                  <a:pt x="523898" y="1811085"/>
                </a:cubicBezTo>
                <a:cubicBezTo>
                  <a:pt x="457555" y="1798530"/>
                  <a:pt x="395227" y="1824052"/>
                  <a:pt x="360251" y="1830735"/>
                </a:cubicBezTo>
                <a:cubicBezTo>
                  <a:pt x="313564" y="1825583"/>
                  <a:pt x="298281" y="1811622"/>
                  <a:pt x="255207" y="1818275"/>
                </a:cubicBezTo>
                <a:cubicBezTo>
                  <a:pt x="206572" y="1839769"/>
                  <a:pt x="160277" y="1836800"/>
                  <a:pt x="101803" y="1870647"/>
                </a:cubicBezTo>
                <a:cubicBezTo>
                  <a:pt x="85849" y="1910002"/>
                  <a:pt x="27997" y="1845258"/>
                  <a:pt x="25397" y="1888443"/>
                </a:cubicBezTo>
                <a:cubicBezTo>
                  <a:pt x="19096" y="1881154"/>
                  <a:pt x="11260" y="1878398"/>
                  <a:pt x="2370" y="1878311"/>
                </a:cubicBezTo>
                <a:lnTo>
                  <a:pt x="0" y="1878785"/>
                </a:lnTo>
                <a:lnTo>
                  <a:pt x="0" y="0"/>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descr="Slide title - Global job data with “AI” as keyword – &#10;List of a few companies and number of open roles. A few of the companies are:&#10;Microsoft&#10;EY&#10;AWS&#10;Cnonical&#10;Accenture in India&#10;Deloitte&#10;NVIDIA">
            <a:extLst>
              <a:ext uri="{FF2B5EF4-FFF2-40B4-BE49-F238E27FC236}">
                <a16:creationId xmlns:a16="http://schemas.microsoft.com/office/drawing/2014/main" id="{4C8EE4F1-6EE2-A87C-2620-D3B06C3013EB}"/>
              </a:ext>
            </a:extLst>
          </p:cNvPr>
          <p:cNvSpPr>
            <a:spLocks noGrp="1"/>
          </p:cNvSpPr>
          <p:nvPr>
            <p:ph type="title"/>
          </p:nvPr>
        </p:nvSpPr>
        <p:spPr>
          <a:xfrm>
            <a:off x="1089430" y="65575"/>
            <a:ext cx="9392421" cy="995129"/>
          </a:xfrm>
        </p:spPr>
        <p:txBody>
          <a:bodyPr vert="horz" lIns="91440" tIns="45720" rIns="91440" bIns="45720" rtlCol="0" anchor="ctr">
            <a:normAutofit/>
          </a:bodyPr>
          <a:lstStyle/>
          <a:p>
            <a:pPr algn="ctr"/>
            <a:r>
              <a:rPr lang="en-US" sz="2800" b="0" i="0" u="none" strike="noStrike" baseline="0" dirty="0">
                <a:solidFill>
                  <a:sysClr val="windowText" lastClr="000000">
                    <a:lumMod val="65000"/>
                    <a:lumOff val="35000"/>
                  </a:sysClr>
                </a:solidFill>
                <a:latin typeface="Aptos Narrow" panose="02110004020202020204"/>
              </a:rPr>
              <a:t>"AI" roles – United States</a:t>
            </a:r>
            <a:br>
              <a:rPr lang="en-US" sz="2800" kern="1200" dirty="0">
                <a:solidFill>
                  <a:schemeClr val="tx1"/>
                </a:solidFill>
                <a:latin typeface="+mj-lt"/>
                <a:ea typeface="+mj-ea"/>
                <a:cs typeface="+mj-cs"/>
              </a:rPr>
            </a:br>
            <a:endParaRPr lang="en-US" sz="2800" kern="1200" dirty="0">
              <a:solidFill>
                <a:schemeClr val="tx1"/>
              </a:solidFill>
              <a:latin typeface="+mj-lt"/>
              <a:ea typeface="+mj-ea"/>
              <a:cs typeface="+mj-cs"/>
            </a:endParaRPr>
          </a:p>
        </p:txBody>
      </p:sp>
      <p:sp>
        <p:nvSpPr>
          <p:cNvPr id="16" name="Freeform: Shape 15">
            <a:extLst>
              <a:ext uri="{FF2B5EF4-FFF2-40B4-BE49-F238E27FC236}">
                <a16:creationId xmlns:a16="http://schemas.microsoft.com/office/drawing/2014/main" id="{D19BBCB8-275C-BC82-BAE7-5BF2BCF278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5381624" y="6209414"/>
            <a:ext cx="6810375" cy="648586"/>
          </a:xfrm>
          <a:custGeom>
            <a:avLst/>
            <a:gdLst>
              <a:gd name="connsiteX0" fmla="*/ 0 w 10753706"/>
              <a:gd name="connsiteY0" fmla="*/ 0 h 1027260"/>
              <a:gd name="connsiteX1" fmla="*/ 10753706 w 10753706"/>
              <a:gd name="connsiteY1" fmla="*/ 0 h 1027260"/>
              <a:gd name="connsiteX2" fmla="*/ 10748809 w 10753706"/>
              <a:gd name="connsiteY2" fmla="*/ 2522 h 1027260"/>
              <a:gd name="connsiteX3" fmla="*/ 10725330 w 10753706"/>
              <a:gd name="connsiteY3" fmla="*/ 11977 h 1027260"/>
              <a:gd name="connsiteX4" fmla="*/ 10615423 w 10753706"/>
              <a:gd name="connsiteY4" fmla="*/ 52967 h 1027260"/>
              <a:gd name="connsiteX5" fmla="*/ 10533936 w 10753706"/>
              <a:gd name="connsiteY5" fmla="*/ 53095 h 1027260"/>
              <a:gd name="connsiteX6" fmla="*/ 10466876 w 10753706"/>
              <a:gd name="connsiteY6" fmla="*/ 45180 h 1027260"/>
              <a:gd name="connsiteX7" fmla="*/ 10355090 w 10753706"/>
              <a:gd name="connsiteY7" fmla="*/ 89741 h 1027260"/>
              <a:gd name="connsiteX8" fmla="*/ 10087145 w 10753706"/>
              <a:gd name="connsiteY8" fmla="*/ 66115 h 1027260"/>
              <a:gd name="connsiteX9" fmla="*/ 10015902 w 10753706"/>
              <a:gd name="connsiteY9" fmla="*/ 76178 h 1027260"/>
              <a:gd name="connsiteX10" fmla="*/ 9806005 w 10753706"/>
              <a:gd name="connsiteY10" fmla="*/ 102435 h 1027260"/>
              <a:gd name="connsiteX11" fmla="*/ 9602583 w 10753706"/>
              <a:gd name="connsiteY11" fmla="*/ 179170 h 1027260"/>
              <a:gd name="connsiteX12" fmla="*/ 9469719 w 10753706"/>
              <a:gd name="connsiteY12" fmla="*/ 174721 h 1027260"/>
              <a:gd name="connsiteX13" fmla="*/ 9408692 w 10753706"/>
              <a:gd name="connsiteY13" fmla="*/ 189513 h 1027260"/>
              <a:gd name="connsiteX14" fmla="*/ 9364151 w 10753706"/>
              <a:gd name="connsiteY14" fmla="*/ 194072 h 1027260"/>
              <a:gd name="connsiteX15" fmla="*/ 9337751 w 10753706"/>
              <a:gd name="connsiteY15" fmla="*/ 197579 h 1027260"/>
              <a:gd name="connsiteX16" fmla="*/ 9297166 w 10753706"/>
              <a:gd name="connsiteY16" fmla="*/ 216558 h 1027260"/>
              <a:gd name="connsiteX17" fmla="*/ 9123859 w 10753706"/>
              <a:gd name="connsiteY17" fmla="*/ 237356 h 1027260"/>
              <a:gd name="connsiteX18" fmla="*/ 8950741 w 10753706"/>
              <a:gd name="connsiteY18" fmla="*/ 238020 h 1027260"/>
              <a:gd name="connsiteX19" fmla="*/ 8718236 w 10753706"/>
              <a:gd name="connsiteY19" fmla="*/ 303148 h 1027260"/>
              <a:gd name="connsiteX20" fmla="*/ 8694011 w 10753706"/>
              <a:gd name="connsiteY20" fmla="*/ 308812 h 1027260"/>
              <a:gd name="connsiteX21" fmla="*/ 8611976 w 10753706"/>
              <a:gd name="connsiteY21" fmla="*/ 324819 h 1027260"/>
              <a:gd name="connsiteX22" fmla="*/ 8562074 w 10753706"/>
              <a:gd name="connsiteY22" fmla="*/ 337971 h 1027260"/>
              <a:gd name="connsiteX23" fmla="*/ 8501724 w 10753706"/>
              <a:gd name="connsiteY23" fmla="*/ 360865 h 1027260"/>
              <a:gd name="connsiteX24" fmla="*/ 8504489 w 10753706"/>
              <a:gd name="connsiteY24" fmla="*/ 364790 h 1027260"/>
              <a:gd name="connsiteX25" fmla="*/ 8492774 w 10753706"/>
              <a:gd name="connsiteY25" fmla="*/ 366181 h 1027260"/>
              <a:gd name="connsiteX26" fmla="*/ 8466405 w 10753706"/>
              <a:gd name="connsiteY26" fmla="*/ 368724 h 1027260"/>
              <a:gd name="connsiteX27" fmla="*/ 8427069 w 10753706"/>
              <a:gd name="connsiteY27" fmla="*/ 387211 h 1027260"/>
              <a:gd name="connsiteX28" fmla="*/ 8387766 w 10753706"/>
              <a:gd name="connsiteY28" fmla="*/ 377161 h 1027260"/>
              <a:gd name="connsiteX29" fmla="*/ 8315874 w 10753706"/>
              <a:gd name="connsiteY29" fmla="*/ 395527 h 1027260"/>
              <a:gd name="connsiteX30" fmla="*/ 8274474 w 10753706"/>
              <a:gd name="connsiteY30" fmla="*/ 405112 h 1027260"/>
              <a:gd name="connsiteX31" fmla="*/ 8234664 w 10753706"/>
              <a:gd name="connsiteY31" fmla="*/ 410219 h 1027260"/>
              <a:gd name="connsiteX32" fmla="*/ 8211268 w 10753706"/>
              <a:gd name="connsiteY32" fmla="*/ 416791 h 1027260"/>
              <a:gd name="connsiteX33" fmla="*/ 8188615 w 10753706"/>
              <a:gd name="connsiteY33" fmla="*/ 421755 h 1027260"/>
              <a:gd name="connsiteX34" fmla="*/ 8179981 w 10753706"/>
              <a:gd name="connsiteY34" fmla="*/ 420402 h 1027260"/>
              <a:gd name="connsiteX35" fmla="*/ 8179307 w 10753706"/>
              <a:gd name="connsiteY35" fmla="*/ 422516 h 1027260"/>
              <a:gd name="connsiteX36" fmla="*/ 8147929 w 10753706"/>
              <a:gd name="connsiteY36" fmla="*/ 450302 h 1027260"/>
              <a:gd name="connsiteX37" fmla="*/ 8089136 w 10753706"/>
              <a:gd name="connsiteY37" fmla="*/ 465283 h 1027260"/>
              <a:gd name="connsiteX38" fmla="*/ 8049973 w 10753706"/>
              <a:gd name="connsiteY38" fmla="*/ 454121 h 1027260"/>
              <a:gd name="connsiteX39" fmla="*/ 7965913 w 10753706"/>
              <a:gd name="connsiteY39" fmla="*/ 464415 h 1027260"/>
              <a:gd name="connsiteX40" fmla="*/ 7945093 w 10753706"/>
              <a:gd name="connsiteY40" fmla="*/ 464798 h 1027260"/>
              <a:gd name="connsiteX41" fmla="*/ 7935335 w 10753706"/>
              <a:gd name="connsiteY41" fmla="*/ 462442 h 1027260"/>
              <a:gd name="connsiteX42" fmla="*/ 7904779 w 10753706"/>
              <a:gd name="connsiteY42" fmla="*/ 471429 h 1027260"/>
              <a:gd name="connsiteX43" fmla="*/ 7855604 w 10753706"/>
              <a:gd name="connsiteY43" fmla="*/ 480199 h 1027260"/>
              <a:gd name="connsiteX44" fmla="*/ 7832630 w 10753706"/>
              <a:gd name="connsiteY44" fmla="*/ 485371 h 1027260"/>
              <a:gd name="connsiteX45" fmla="*/ 7812438 w 10753706"/>
              <a:gd name="connsiteY45" fmla="*/ 485391 h 1027260"/>
              <a:gd name="connsiteX46" fmla="*/ 7701399 w 10753706"/>
              <a:gd name="connsiteY46" fmla="*/ 495197 h 1027260"/>
              <a:gd name="connsiteX47" fmla="*/ 7674778 w 10753706"/>
              <a:gd name="connsiteY47" fmla="*/ 494723 h 1027260"/>
              <a:gd name="connsiteX48" fmla="*/ 7660445 w 10753706"/>
              <a:gd name="connsiteY48" fmla="*/ 490194 h 1027260"/>
              <a:gd name="connsiteX49" fmla="*/ 7651781 w 10753706"/>
              <a:gd name="connsiteY49" fmla="*/ 493084 h 1027260"/>
              <a:gd name="connsiteX50" fmla="*/ 7584807 w 10753706"/>
              <a:gd name="connsiteY50" fmla="*/ 499490 h 1027260"/>
              <a:gd name="connsiteX51" fmla="*/ 7541324 w 10753706"/>
              <a:gd name="connsiteY51" fmla="*/ 504184 h 1027260"/>
              <a:gd name="connsiteX52" fmla="*/ 7541756 w 10753706"/>
              <a:gd name="connsiteY52" fmla="*/ 512184 h 1027260"/>
              <a:gd name="connsiteX53" fmla="*/ 7503906 w 10753706"/>
              <a:gd name="connsiteY53" fmla="*/ 518551 h 1027260"/>
              <a:gd name="connsiteX54" fmla="*/ 7460411 w 10753706"/>
              <a:gd name="connsiteY54" fmla="*/ 517415 h 1027260"/>
              <a:gd name="connsiteX55" fmla="*/ 7460116 w 10753706"/>
              <a:gd name="connsiteY55" fmla="*/ 517548 h 1027260"/>
              <a:gd name="connsiteX56" fmla="*/ 7297810 w 10753706"/>
              <a:gd name="connsiteY56" fmla="*/ 563947 h 1027260"/>
              <a:gd name="connsiteX57" fmla="*/ 6946388 w 10753706"/>
              <a:gd name="connsiteY57" fmla="*/ 665244 h 1027260"/>
              <a:gd name="connsiteX58" fmla="*/ 6741704 w 10753706"/>
              <a:gd name="connsiteY58" fmla="*/ 679365 h 1027260"/>
              <a:gd name="connsiteX59" fmla="*/ 6624680 w 10753706"/>
              <a:gd name="connsiteY59" fmla="*/ 677674 h 1027260"/>
              <a:gd name="connsiteX60" fmla="*/ 6605700 w 10753706"/>
              <a:gd name="connsiteY60" fmla="*/ 683566 h 1027260"/>
              <a:gd name="connsiteX61" fmla="*/ 6576922 w 10753706"/>
              <a:gd name="connsiteY61" fmla="*/ 683030 h 1027260"/>
              <a:gd name="connsiteX62" fmla="*/ 6405123 w 10753706"/>
              <a:gd name="connsiteY62" fmla="*/ 721946 h 1027260"/>
              <a:gd name="connsiteX63" fmla="*/ 6368938 w 10753706"/>
              <a:gd name="connsiteY63" fmla="*/ 717341 h 1027260"/>
              <a:gd name="connsiteX64" fmla="*/ 6295102 w 10753706"/>
              <a:gd name="connsiteY64" fmla="*/ 729508 h 1027260"/>
              <a:gd name="connsiteX65" fmla="*/ 6202084 w 10753706"/>
              <a:gd name="connsiteY65" fmla="*/ 767091 h 1027260"/>
              <a:gd name="connsiteX66" fmla="*/ 6067157 w 10753706"/>
              <a:gd name="connsiteY66" fmla="*/ 790339 h 1027260"/>
              <a:gd name="connsiteX67" fmla="*/ 6061443 w 10753706"/>
              <a:gd name="connsiteY67" fmla="*/ 796151 h 1027260"/>
              <a:gd name="connsiteX68" fmla="*/ 6051406 w 10753706"/>
              <a:gd name="connsiteY68" fmla="*/ 800684 h 1027260"/>
              <a:gd name="connsiteX69" fmla="*/ 6049097 w 10753706"/>
              <a:gd name="connsiteY69" fmla="*/ 800636 h 1027260"/>
              <a:gd name="connsiteX70" fmla="*/ 6034222 w 10753706"/>
              <a:gd name="connsiteY70" fmla="*/ 804110 h 1027260"/>
              <a:gd name="connsiteX71" fmla="*/ 6033121 w 10753706"/>
              <a:gd name="connsiteY71" fmla="*/ 806078 h 1027260"/>
              <a:gd name="connsiteX72" fmla="*/ 6023593 w 10753706"/>
              <a:gd name="connsiteY72" fmla="*/ 808842 h 1027260"/>
              <a:gd name="connsiteX73" fmla="*/ 6006639 w 10753706"/>
              <a:gd name="connsiteY73" fmla="*/ 815304 h 1027260"/>
              <a:gd name="connsiteX74" fmla="*/ 6001762 w 10753706"/>
              <a:gd name="connsiteY74" fmla="*/ 815557 h 1027260"/>
              <a:gd name="connsiteX75" fmla="*/ 5973534 w 10753706"/>
              <a:gd name="connsiteY75" fmla="*/ 823815 h 1027260"/>
              <a:gd name="connsiteX76" fmla="*/ 5972336 w 10753706"/>
              <a:gd name="connsiteY76" fmla="*/ 823476 h 1027260"/>
              <a:gd name="connsiteX77" fmla="*/ 5960841 w 10753706"/>
              <a:gd name="connsiteY77" fmla="*/ 823819 h 1027260"/>
              <a:gd name="connsiteX78" fmla="*/ 5940719 w 10753706"/>
              <a:gd name="connsiteY78" fmla="*/ 825514 h 1027260"/>
              <a:gd name="connsiteX79" fmla="*/ 5884298 w 10753706"/>
              <a:gd name="connsiteY79" fmla="*/ 823806 h 1027260"/>
              <a:gd name="connsiteX80" fmla="*/ 5854779 w 10753706"/>
              <a:gd name="connsiteY80" fmla="*/ 832365 h 1027260"/>
              <a:gd name="connsiteX81" fmla="*/ 5848382 w 10753706"/>
              <a:gd name="connsiteY81" fmla="*/ 833844 h 1027260"/>
              <a:gd name="connsiteX82" fmla="*/ 5848066 w 10753706"/>
              <a:gd name="connsiteY82" fmla="*/ 833772 h 1027260"/>
              <a:gd name="connsiteX83" fmla="*/ 5840944 w 10753706"/>
              <a:gd name="connsiteY83" fmla="*/ 835132 h 1027260"/>
              <a:gd name="connsiteX84" fmla="*/ 5836719 w 10753706"/>
              <a:gd name="connsiteY84" fmla="*/ 836539 h 1027260"/>
              <a:gd name="connsiteX85" fmla="*/ 5824311 w 10753706"/>
              <a:gd name="connsiteY85" fmla="*/ 839408 h 1027260"/>
              <a:gd name="connsiteX86" fmla="*/ 5818788 w 10753706"/>
              <a:gd name="connsiteY86" fmla="*/ 839727 h 1027260"/>
              <a:gd name="connsiteX87" fmla="*/ 5763953 w 10753706"/>
              <a:gd name="connsiteY87" fmla="*/ 834282 h 1027260"/>
              <a:gd name="connsiteX88" fmla="*/ 5667748 w 10753706"/>
              <a:gd name="connsiteY88" fmla="*/ 840211 h 1027260"/>
              <a:gd name="connsiteX89" fmla="*/ 5573108 w 10753706"/>
              <a:gd name="connsiteY89" fmla="*/ 847611 h 1027260"/>
              <a:gd name="connsiteX90" fmla="*/ 5539137 w 10753706"/>
              <a:gd name="connsiteY90" fmla="*/ 851033 h 1027260"/>
              <a:gd name="connsiteX91" fmla="*/ 5510651 w 10753706"/>
              <a:gd name="connsiteY91" fmla="*/ 844215 h 1027260"/>
              <a:gd name="connsiteX92" fmla="*/ 5457331 w 10753706"/>
              <a:gd name="connsiteY92" fmla="*/ 839159 h 1027260"/>
              <a:gd name="connsiteX93" fmla="*/ 5410613 w 10753706"/>
              <a:gd name="connsiteY93" fmla="*/ 834358 h 1027260"/>
              <a:gd name="connsiteX94" fmla="*/ 5370040 w 10753706"/>
              <a:gd name="connsiteY94" fmla="*/ 862127 h 1027260"/>
              <a:gd name="connsiteX95" fmla="*/ 5318778 w 10753706"/>
              <a:gd name="connsiteY95" fmla="*/ 855310 h 1027260"/>
              <a:gd name="connsiteX96" fmla="*/ 5298645 w 10753706"/>
              <a:gd name="connsiteY96" fmla="*/ 855171 h 1027260"/>
              <a:gd name="connsiteX97" fmla="*/ 5253828 w 10753706"/>
              <a:gd name="connsiteY97" fmla="*/ 859670 h 1027260"/>
              <a:gd name="connsiteX98" fmla="*/ 5216955 w 10753706"/>
              <a:gd name="connsiteY98" fmla="*/ 866245 h 1027260"/>
              <a:gd name="connsiteX99" fmla="*/ 5214344 w 10753706"/>
              <a:gd name="connsiteY99" fmla="*/ 868102 h 1027260"/>
              <a:gd name="connsiteX100" fmla="*/ 5195561 w 10753706"/>
              <a:gd name="connsiteY100" fmla="*/ 869949 h 1027260"/>
              <a:gd name="connsiteX101" fmla="*/ 5182555 w 10753706"/>
              <a:gd name="connsiteY101" fmla="*/ 873542 h 1027260"/>
              <a:gd name="connsiteX102" fmla="*/ 5172552 w 10753706"/>
              <a:gd name="connsiteY102" fmla="*/ 878801 h 1027260"/>
              <a:gd name="connsiteX103" fmla="*/ 5027993 w 10753706"/>
              <a:gd name="connsiteY103" fmla="*/ 889666 h 1027260"/>
              <a:gd name="connsiteX104" fmla="*/ 4939844 w 10753706"/>
              <a:gd name="connsiteY104" fmla="*/ 934802 h 1027260"/>
              <a:gd name="connsiteX105" fmla="*/ 4792576 w 10753706"/>
              <a:gd name="connsiteY105" fmla="*/ 934820 h 1027260"/>
              <a:gd name="connsiteX106" fmla="*/ 4602423 w 10753706"/>
              <a:gd name="connsiteY106" fmla="*/ 958063 h 1027260"/>
              <a:gd name="connsiteX107" fmla="*/ 4290656 w 10753706"/>
              <a:gd name="connsiteY107" fmla="*/ 969152 h 1027260"/>
              <a:gd name="connsiteX108" fmla="*/ 3952334 w 10753706"/>
              <a:gd name="connsiteY108" fmla="*/ 954043 h 1027260"/>
              <a:gd name="connsiteX109" fmla="*/ 3858560 w 10753706"/>
              <a:gd name="connsiteY109" fmla="*/ 948781 h 1027260"/>
              <a:gd name="connsiteX110" fmla="*/ 3846597 w 10753706"/>
              <a:gd name="connsiteY110" fmla="*/ 948382 h 1027260"/>
              <a:gd name="connsiteX111" fmla="*/ 3736044 w 10753706"/>
              <a:gd name="connsiteY111" fmla="*/ 947759 h 1027260"/>
              <a:gd name="connsiteX112" fmla="*/ 3713136 w 10753706"/>
              <a:gd name="connsiteY112" fmla="*/ 946963 h 1027260"/>
              <a:gd name="connsiteX113" fmla="*/ 3695939 w 10753706"/>
              <a:gd name="connsiteY113" fmla="*/ 943639 h 1027260"/>
              <a:gd name="connsiteX114" fmla="*/ 3694125 w 10753706"/>
              <a:gd name="connsiteY114" fmla="*/ 940567 h 1027260"/>
              <a:gd name="connsiteX115" fmla="*/ 3681925 w 10753706"/>
              <a:gd name="connsiteY115" fmla="*/ 939706 h 1027260"/>
              <a:gd name="connsiteX116" fmla="*/ 3679204 w 10753706"/>
              <a:gd name="connsiteY116" fmla="*/ 938926 h 1027260"/>
              <a:gd name="connsiteX117" fmla="*/ 3615656 w 10753706"/>
              <a:gd name="connsiteY117" fmla="*/ 940320 h 1027260"/>
              <a:gd name="connsiteX118" fmla="*/ 3567983 w 10753706"/>
              <a:gd name="connsiteY118" fmla="*/ 935596 h 1027260"/>
              <a:gd name="connsiteX119" fmla="*/ 3422423 w 10753706"/>
              <a:gd name="connsiteY119" fmla="*/ 932129 h 1027260"/>
              <a:gd name="connsiteX120" fmla="*/ 3310925 w 10753706"/>
              <a:gd name="connsiteY120" fmla="*/ 911072 h 1027260"/>
              <a:gd name="connsiteX121" fmla="*/ 3139421 w 10753706"/>
              <a:gd name="connsiteY121" fmla="*/ 934151 h 1027260"/>
              <a:gd name="connsiteX122" fmla="*/ 2996922 w 10753706"/>
              <a:gd name="connsiteY122" fmla="*/ 927537 h 1027260"/>
              <a:gd name="connsiteX123" fmla="*/ 2982785 w 10753706"/>
              <a:gd name="connsiteY123" fmla="*/ 931453 h 1027260"/>
              <a:gd name="connsiteX124" fmla="*/ 2967478 w 10753706"/>
              <a:gd name="connsiteY124" fmla="*/ 933397 h 1027260"/>
              <a:gd name="connsiteX125" fmla="*/ 2948552 w 10753706"/>
              <a:gd name="connsiteY125" fmla="*/ 932961 h 1027260"/>
              <a:gd name="connsiteX126" fmla="*/ 2944404 w 10753706"/>
              <a:gd name="connsiteY126" fmla="*/ 934452 h 1027260"/>
              <a:gd name="connsiteX127" fmla="*/ 2908608 w 10753706"/>
              <a:gd name="connsiteY127" fmla="*/ 937205 h 1027260"/>
              <a:gd name="connsiteX128" fmla="*/ 2904443 w 10753706"/>
              <a:gd name="connsiteY128" fmla="*/ 936455 h 1027260"/>
              <a:gd name="connsiteX129" fmla="*/ 2868935 w 10753706"/>
              <a:gd name="connsiteY129" fmla="*/ 938022 h 1027260"/>
              <a:gd name="connsiteX130" fmla="*/ 2868586 w 10753706"/>
              <a:gd name="connsiteY130" fmla="*/ 937487 h 1027260"/>
              <a:gd name="connsiteX131" fmla="*/ 2859191 w 10753706"/>
              <a:gd name="connsiteY131" fmla="*/ 935503 h 1027260"/>
              <a:gd name="connsiteX132" fmla="*/ 2840915 w 10753706"/>
              <a:gd name="connsiteY132" fmla="*/ 932977 h 1027260"/>
              <a:gd name="connsiteX133" fmla="*/ 2763509 w 10753706"/>
              <a:gd name="connsiteY133" fmla="*/ 921850 h 1027260"/>
              <a:gd name="connsiteX134" fmla="*/ 2756121 w 10753706"/>
              <a:gd name="connsiteY134" fmla="*/ 921864 h 1027260"/>
              <a:gd name="connsiteX135" fmla="*/ 2755998 w 10753706"/>
              <a:gd name="connsiteY135" fmla="*/ 921739 h 1027260"/>
              <a:gd name="connsiteX136" fmla="*/ 2748255 w 10753706"/>
              <a:gd name="connsiteY136" fmla="*/ 921505 h 1027260"/>
              <a:gd name="connsiteX137" fmla="*/ 2694601 w 10753706"/>
              <a:gd name="connsiteY137" fmla="*/ 915575 h 1027260"/>
              <a:gd name="connsiteX138" fmla="*/ 2635357 w 10753706"/>
              <a:gd name="connsiteY138" fmla="*/ 910976 h 1027260"/>
              <a:gd name="connsiteX139" fmla="*/ 2601047 w 10753706"/>
              <a:gd name="connsiteY139" fmla="*/ 910263 h 1027260"/>
              <a:gd name="connsiteX140" fmla="*/ 2507482 w 10753706"/>
              <a:gd name="connsiteY140" fmla="*/ 906211 h 1027260"/>
              <a:gd name="connsiteX141" fmla="*/ 2413884 w 10753706"/>
              <a:gd name="connsiteY141" fmla="*/ 900545 h 1027260"/>
              <a:gd name="connsiteX142" fmla="*/ 2368912 w 10753706"/>
              <a:gd name="connsiteY142" fmla="*/ 888755 h 1027260"/>
              <a:gd name="connsiteX143" fmla="*/ 2349490 w 10753706"/>
              <a:gd name="connsiteY143" fmla="*/ 889719 h 1027260"/>
              <a:gd name="connsiteX144" fmla="*/ 2344290 w 10753706"/>
              <a:gd name="connsiteY144" fmla="*/ 890584 h 1027260"/>
              <a:gd name="connsiteX145" fmla="*/ 2336488 w 10753706"/>
              <a:gd name="connsiteY145" fmla="*/ 891058 h 1027260"/>
              <a:gd name="connsiteX146" fmla="*/ 2329015 w 10753706"/>
              <a:gd name="connsiteY146" fmla="*/ 891627 h 1027260"/>
              <a:gd name="connsiteX147" fmla="*/ 2293898 w 10753706"/>
              <a:gd name="connsiteY147" fmla="*/ 896431 h 1027260"/>
              <a:gd name="connsiteX148" fmla="*/ 2243927 w 10753706"/>
              <a:gd name="connsiteY148" fmla="*/ 888076 h 1027260"/>
              <a:gd name="connsiteX149" fmla="*/ 2223920 w 10753706"/>
              <a:gd name="connsiteY149" fmla="*/ 887331 h 1027260"/>
              <a:gd name="connsiteX150" fmla="*/ 2213081 w 10753706"/>
              <a:gd name="connsiteY150" fmla="*/ 886302 h 1027260"/>
              <a:gd name="connsiteX151" fmla="*/ 2212307 w 10753706"/>
              <a:gd name="connsiteY151" fmla="*/ 885829 h 1027260"/>
              <a:gd name="connsiteX152" fmla="*/ 2152321 w 10753706"/>
              <a:gd name="connsiteY152" fmla="*/ 894418 h 1027260"/>
              <a:gd name="connsiteX153" fmla="*/ 2140985 w 10753706"/>
              <a:gd name="connsiteY153" fmla="*/ 895968 h 1027260"/>
              <a:gd name="connsiteX154" fmla="*/ 2121210 w 10753706"/>
              <a:gd name="connsiteY154" fmla="*/ 899354 h 1027260"/>
              <a:gd name="connsiteX155" fmla="*/ 2119146 w 10753706"/>
              <a:gd name="connsiteY155" fmla="*/ 899033 h 1027260"/>
              <a:gd name="connsiteX156" fmla="*/ 2105666 w 10753706"/>
              <a:gd name="connsiteY156" fmla="*/ 902240 h 1027260"/>
              <a:gd name="connsiteX157" fmla="*/ 2094924 w 10753706"/>
              <a:gd name="connsiteY157" fmla="*/ 907203 h 1027260"/>
              <a:gd name="connsiteX158" fmla="*/ 1949478 w 10753706"/>
              <a:gd name="connsiteY158" fmla="*/ 913748 h 1027260"/>
              <a:gd name="connsiteX159" fmla="*/ 1749684 w 10753706"/>
              <a:gd name="connsiteY159" fmla="*/ 942223 h 1027260"/>
              <a:gd name="connsiteX160" fmla="*/ 1585576 w 10753706"/>
              <a:gd name="connsiteY160" fmla="*/ 954170 h 1027260"/>
              <a:gd name="connsiteX161" fmla="*/ 1476250 w 10753706"/>
              <a:gd name="connsiteY161" fmla="*/ 950653 h 1027260"/>
              <a:gd name="connsiteX162" fmla="*/ 1433927 w 10753706"/>
              <a:gd name="connsiteY162" fmla="*/ 959926 h 1027260"/>
              <a:gd name="connsiteX163" fmla="*/ 1414893 w 10753706"/>
              <a:gd name="connsiteY163" fmla="*/ 957671 h 1027260"/>
              <a:gd name="connsiteX164" fmla="*/ 1411585 w 10753706"/>
              <a:gd name="connsiteY164" fmla="*/ 957179 h 1027260"/>
              <a:gd name="connsiteX165" fmla="*/ 1398896 w 10753706"/>
              <a:gd name="connsiteY165" fmla="*/ 957460 h 1027260"/>
              <a:gd name="connsiteX166" fmla="*/ 1394632 w 10753706"/>
              <a:gd name="connsiteY166" fmla="*/ 954725 h 1027260"/>
              <a:gd name="connsiteX167" fmla="*/ 1375043 w 10753706"/>
              <a:gd name="connsiteY167" fmla="*/ 953132 h 1027260"/>
              <a:gd name="connsiteX168" fmla="*/ 1351876 w 10753706"/>
              <a:gd name="connsiteY168" fmla="*/ 954436 h 1027260"/>
              <a:gd name="connsiteX169" fmla="*/ 1242676 w 10753706"/>
              <a:gd name="connsiteY169" fmla="*/ 963767 h 1027260"/>
              <a:gd name="connsiteX170" fmla="*/ 1205993 w 10753706"/>
              <a:gd name="connsiteY170" fmla="*/ 974080 h 1027260"/>
              <a:gd name="connsiteX171" fmla="*/ 1052221 w 10753706"/>
              <a:gd name="connsiteY171" fmla="*/ 963954 h 1027260"/>
              <a:gd name="connsiteX172" fmla="*/ 968270 w 10753706"/>
              <a:gd name="connsiteY172" fmla="*/ 964761 h 1027260"/>
              <a:gd name="connsiteX173" fmla="*/ 874493 w 10753706"/>
              <a:gd name="connsiteY173" fmla="*/ 998122 h 1027260"/>
              <a:gd name="connsiteX174" fmla="*/ 814411 w 10753706"/>
              <a:gd name="connsiteY174" fmla="*/ 1007391 h 1027260"/>
              <a:gd name="connsiteX175" fmla="*/ 688604 w 10753706"/>
              <a:gd name="connsiteY175" fmla="*/ 1015631 h 1027260"/>
              <a:gd name="connsiteX176" fmla="*/ 618171 w 10753706"/>
              <a:gd name="connsiteY176" fmla="*/ 1027260 h 1027260"/>
              <a:gd name="connsiteX177" fmla="*/ 570379 w 10753706"/>
              <a:gd name="connsiteY177" fmla="*/ 1023487 h 1027260"/>
              <a:gd name="connsiteX178" fmla="*/ 482519 w 10753706"/>
              <a:gd name="connsiteY178" fmla="*/ 1002108 h 1027260"/>
              <a:gd name="connsiteX179" fmla="*/ 475319 w 10753706"/>
              <a:gd name="connsiteY179" fmla="*/ 1009922 h 1027260"/>
              <a:gd name="connsiteX180" fmla="*/ 431104 w 10753706"/>
              <a:gd name="connsiteY180" fmla="*/ 1009317 h 1027260"/>
              <a:gd name="connsiteX181" fmla="*/ 363782 w 10753706"/>
              <a:gd name="connsiteY181" fmla="*/ 1007585 h 1027260"/>
              <a:gd name="connsiteX182" fmla="*/ 325533 w 10753706"/>
              <a:gd name="connsiteY182" fmla="*/ 1008502 h 1027260"/>
              <a:gd name="connsiteX183" fmla="*/ 220429 w 10753706"/>
              <a:gd name="connsiteY183" fmla="*/ 1008927 h 1027260"/>
              <a:gd name="connsiteX184" fmla="*/ 114676 w 10753706"/>
              <a:gd name="connsiteY184" fmla="*/ 1007765 h 1027260"/>
              <a:gd name="connsiteX185" fmla="*/ 13470 w 10753706"/>
              <a:gd name="connsiteY185" fmla="*/ 998544 h 1027260"/>
              <a:gd name="connsiteX186" fmla="*/ 0 w 10753706"/>
              <a:gd name="connsiteY186" fmla="*/ 997355 h 10272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Lst>
            <a:rect l="l" t="t" r="r" b="b"/>
            <a:pathLst>
              <a:path w="10753706" h="1027260">
                <a:moveTo>
                  <a:pt x="0" y="0"/>
                </a:moveTo>
                <a:lnTo>
                  <a:pt x="10753706" y="0"/>
                </a:lnTo>
                <a:lnTo>
                  <a:pt x="10748809" y="2522"/>
                </a:lnTo>
                <a:cubicBezTo>
                  <a:pt x="10744031" y="4644"/>
                  <a:pt x="10737551" y="7204"/>
                  <a:pt x="10725330" y="11977"/>
                </a:cubicBezTo>
                <a:cubicBezTo>
                  <a:pt x="10700888" y="21523"/>
                  <a:pt x="10652058" y="39304"/>
                  <a:pt x="10615423" y="52967"/>
                </a:cubicBezTo>
                <a:cubicBezTo>
                  <a:pt x="10598524" y="49017"/>
                  <a:pt x="10550674" y="61360"/>
                  <a:pt x="10533936" y="53095"/>
                </a:cubicBezTo>
                <a:cubicBezTo>
                  <a:pt x="10519435" y="55674"/>
                  <a:pt x="10480156" y="49393"/>
                  <a:pt x="10466876" y="45180"/>
                </a:cubicBezTo>
                <a:cubicBezTo>
                  <a:pt x="10443145" y="68059"/>
                  <a:pt x="10382269" y="71294"/>
                  <a:pt x="10355090" y="89741"/>
                </a:cubicBezTo>
                <a:cubicBezTo>
                  <a:pt x="10286222" y="95376"/>
                  <a:pt x="10146285" y="63529"/>
                  <a:pt x="10087145" y="66115"/>
                </a:cubicBezTo>
                <a:cubicBezTo>
                  <a:pt x="10067575" y="79584"/>
                  <a:pt x="10043111" y="68921"/>
                  <a:pt x="10015902" y="76178"/>
                </a:cubicBezTo>
                <a:cubicBezTo>
                  <a:pt x="9952302" y="84628"/>
                  <a:pt x="9893286" y="103337"/>
                  <a:pt x="9806005" y="102435"/>
                </a:cubicBezTo>
                <a:cubicBezTo>
                  <a:pt x="9782247" y="141133"/>
                  <a:pt x="9674787" y="151643"/>
                  <a:pt x="9602583" y="179170"/>
                </a:cubicBezTo>
                <a:cubicBezTo>
                  <a:pt x="9557658" y="187584"/>
                  <a:pt x="9478290" y="154235"/>
                  <a:pt x="9469719" y="174721"/>
                </a:cubicBezTo>
                <a:cubicBezTo>
                  <a:pt x="9443779" y="165070"/>
                  <a:pt x="9431317" y="185692"/>
                  <a:pt x="9408692" y="189513"/>
                </a:cubicBezTo>
                <a:cubicBezTo>
                  <a:pt x="9387154" y="183843"/>
                  <a:pt x="9380475" y="191089"/>
                  <a:pt x="9364151" y="194072"/>
                </a:cubicBezTo>
                <a:cubicBezTo>
                  <a:pt x="9354686" y="190222"/>
                  <a:pt x="9340485" y="191782"/>
                  <a:pt x="9337751" y="197579"/>
                </a:cubicBezTo>
                <a:cubicBezTo>
                  <a:pt x="9349566" y="209270"/>
                  <a:pt x="9297468" y="207714"/>
                  <a:pt x="9297166" y="216558"/>
                </a:cubicBezTo>
                <a:cubicBezTo>
                  <a:pt x="9269057" y="220999"/>
                  <a:pt x="9139630" y="221783"/>
                  <a:pt x="9123859" y="237356"/>
                </a:cubicBezTo>
                <a:cubicBezTo>
                  <a:pt x="9068176" y="249209"/>
                  <a:pt x="8975349" y="235349"/>
                  <a:pt x="8950741" y="238020"/>
                </a:cubicBezTo>
                <a:cubicBezTo>
                  <a:pt x="8916265" y="215428"/>
                  <a:pt x="8822808" y="292026"/>
                  <a:pt x="8718236" y="303148"/>
                </a:cubicBezTo>
                <a:cubicBezTo>
                  <a:pt x="8703111" y="302060"/>
                  <a:pt x="8695551" y="302792"/>
                  <a:pt x="8694011" y="308812"/>
                </a:cubicBezTo>
                <a:cubicBezTo>
                  <a:pt x="8661810" y="312764"/>
                  <a:pt x="8637956" y="329628"/>
                  <a:pt x="8611976" y="324819"/>
                </a:cubicBezTo>
                <a:cubicBezTo>
                  <a:pt x="8621849" y="336388"/>
                  <a:pt x="8562809" y="325917"/>
                  <a:pt x="8562074" y="337971"/>
                </a:cubicBezTo>
                <a:cubicBezTo>
                  <a:pt x="8543699" y="343978"/>
                  <a:pt x="8511321" y="356396"/>
                  <a:pt x="8501724" y="360865"/>
                </a:cubicBezTo>
                <a:lnTo>
                  <a:pt x="8504489" y="364790"/>
                </a:lnTo>
                <a:lnTo>
                  <a:pt x="8492774" y="366181"/>
                </a:lnTo>
                <a:lnTo>
                  <a:pt x="8466405" y="368724"/>
                </a:lnTo>
                <a:cubicBezTo>
                  <a:pt x="8455454" y="372229"/>
                  <a:pt x="8440175" y="385805"/>
                  <a:pt x="8427069" y="387211"/>
                </a:cubicBezTo>
                <a:cubicBezTo>
                  <a:pt x="8400442" y="392215"/>
                  <a:pt x="8397079" y="382989"/>
                  <a:pt x="8387766" y="377161"/>
                </a:cubicBezTo>
                <a:cubicBezTo>
                  <a:pt x="8369233" y="378548"/>
                  <a:pt x="8334756" y="390869"/>
                  <a:pt x="8315874" y="395527"/>
                </a:cubicBezTo>
                <a:cubicBezTo>
                  <a:pt x="8306664" y="400500"/>
                  <a:pt x="8272845" y="393679"/>
                  <a:pt x="8274474" y="405112"/>
                </a:cubicBezTo>
                <a:cubicBezTo>
                  <a:pt x="8255483" y="406194"/>
                  <a:pt x="8244963" y="408376"/>
                  <a:pt x="8234664" y="410219"/>
                </a:cubicBezTo>
                <a:lnTo>
                  <a:pt x="8211268" y="416791"/>
                </a:lnTo>
                <a:cubicBezTo>
                  <a:pt x="8204720" y="419941"/>
                  <a:pt x="8197411" y="422004"/>
                  <a:pt x="8188615" y="421755"/>
                </a:cubicBezTo>
                <a:lnTo>
                  <a:pt x="8179981" y="420402"/>
                </a:lnTo>
                <a:lnTo>
                  <a:pt x="8179307" y="422516"/>
                </a:lnTo>
                <a:cubicBezTo>
                  <a:pt x="8179027" y="425797"/>
                  <a:pt x="8175790" y="448341"/>
                  <a:pt x="8147929" y="450302"/>
                </a:cubicBezTo>
                <a:cubicBezTo>
                  <a:pt x="8130300" y="457967"/>
                  <a:pt x="8114933" y="461015"/>
                  <a:pt x="8089136" y="465283"/>
                </a:cubicBezTo>
                <a:cubicBezTo>
                  <a:pt x="8072810" y="465920"/>
                  <a:pt x="8069376" y="451569"/>
                  <a:pt x="8049973" y="454121"/>
                </a:cubicBezTo>
                <a:cubicBezTo>
                  <a:pt x="7974508" y="471465"/>
                  <a:pt x="8006050" y="447139"/>
                  <a:pt x="7965913" y="464415"/>
                </a:cubicBezTo>
                <a:cubicBezTo>
                  <a:pt x="7958234" y="466025"/>
                  <a:pt x="7951405" y="465800"/>
                  <a:pt x="7945093" y="464798"/>
                </a:cubicBezTo>
                <a:lnTo>
                  <a:pt x="7935335" y="462442"/>
                </a:lnTo>
                <a:lnTo>
                  <a:pt x="7904779" y="471429"/>
                </a:lnTo>
                <a:cubicBezTo>
                  <a:pt x="7889387" y="474999"/>
                  <a:pt x="7872867" y="477951"/>
                  <a:pt x="7855604" y="480199"/>
                </a:cubicBezTo>
                <a:cubicBezTo>
                  <a:pt x="7850005" y="476378"/>
                  <a:pt x="7838628" y="483595"/>
                  <a:pt x="7832630" y="485371"/>
                </a:cubicBezTo>
                <a:cubicBezTo>
                  <a:pt x="7831473" y="482645"/>
                  <a:pt x="7816623" y="482661"/>
                  <a:pt x="7812438" y="485391"/>
                </a:cubicBezTo>
                <a:cubicBezTo>
                  <a:pt x="7709470" y="505049"/>
                  <a:pt x="7759426" y="473956"/>
                  <a:pt x="7701399" y="495197"/>
                </a:cubicBezTo>
                <a:cubicBezTo>
                  <a:pt x="7690986" y="496989"/>
                  <a:pt x="7682397" y="496365"/>
                  <a:pt x="7674778" y="494723"/>
                </a:cubicBezTo>
                <a:lnTo>
                  <a:pt x="7660445" y="490194"/>
                </a:lnTo>
                <a:lnTo>
                  <a:pt x="7651781" y="493084"/>
                </a:lnTo>
                <a:cubicBezTo>
                  <a:pt x="7616113" y="496548"/>
                  <a:pt x="7603273" y="491735"/>
                  <a:pt x="7584807" y="499490"/>
                </a:cubicBezTo>
                <a:cubicBezTo>
                  <a:pt x="7549256" y="490212"/>
                  <a:pt x="7563949" y="500167"/>
                  <a:pt x="7541324" y="504184"/>
                </a:cubicBezTo>
                <a:cubicBezTo>
                  <a:pt x="7523851" y="508307"/>
                  <a:pt x="7559546" y="509825"/>
                  <a:pt x="7541756" y="512184"/>
                </a:cubicBezTo>
                <a:cubicBezTo>
                  <a:pt x="7520963" y="510864"/>
                  <a:pt x="7525755" y="520497"/>
                  <a:pt x="7503906" y="518551"/>
                </a:cubicBezTo>
                <a:cubicBezTo>
                  <a:pt x="7505924" y="510774"/>
                  <a:pt x="7464361" y="523683"/>
                  <a:pt x="7460411" y="517415"/>
                </a:cubicBezTo>
                <a:lnTo>
                  <a:pt x="7460116" y="517548"/>
                </a:lnTo>
                <a:cubicBezTo>
                  <a:pt x="7447785" y="530928"/>
                  <a:pt x="7310141" y="550568"/>
                  <a:pt x="7297810" y="563947"/>
                </a:cubicBezTo>
                <a:cubicBezTo>
                  <a:pt x="7221791" y="605698"/>
                  <a:pt x="7039072" y="646008"/>
                  <a:pt x="6946388" y="665244"/>
                </a:cubicBezTo>
                <a:cubicBezTo>
                  <a:pt x="6853704" y="684480"/>
                  <a:pt x="6804875" y="677485"/>
                  <a:pt x="6741704" y="679365"/>
                </a:cubicBezTo>
                <a:lnTo>
                  <a:pt x="6624680" y="677674"/>
                </a:lnTo>
                <a:lnTo>
                  <a:pt x="6605700" y="683566"/>
                </a:lnTo>
                <a:cubicBezTo>
                  <a:pt x="6603309" y="685184"/>
                  <a:pt x="6599550" y="685647"/>
                  <a:pt x="6576922" y="683030"/>
                </a:cubicBezTo>
                <a:cubicBezTo>
                  <a:pt x="6527275" y="698355"/>
                  <a:pt x="6440981" y="702347"/>
                  <a:pt x="6405123" y="721946"/>
                </a:cubicBezTo>
                <a:cubicBezTo>
                  <a:pt x="6407963" y="715467"/>
                  <a:pt x="6383450" y="712913"/>
                  <a:pt x="6368938" y="717341"/>
                </a:cubicBezTo>
                <a:cubicBezTo>
                  <a:pt x="6377914" y="692119"/>
                  <a:pt x="6315316" y="744281"/>
                  <a:pt x="6295102" y="729508"/>
                </a:cubicBezTo>
                <a:cubicBezTo>
                  <a:pt x="6300358" y="744473"/>
                  <a:pt x="6240070" y="776254"/>
                  <a:pt x="6202084" y="767091"/>
                </a:cubicBezTo>
                <a:cubicBezTo>
                  <a:pt x="6152826" y="774744"/>
                  <a:pt x="6122010" y="790367"/>
                  <a:pt x="6067157" y="790339"/>
                </a:cubicBezTo>
                <a:cubicBezTo>
                  <a:pt x="6066310" y="792484"/>
                  <a:pt x="6064283" y="794403"/>
                  <a:pt x="6061443" y="796151"/>
                </a:cubicBezTo>
                <a:lnTo>
                  <a:pt x="6051406" y="800684"/>
                </a:lnTo>
                <a:lnTo>
                  <a:pt x="6049097" y="800636"/>
                </a:lnTo>
                <a:cubicBezTo>
                  <a:pt x="6040408" y="801393"/>
                  <a:pt x="6036299" y="802645"/>
                  <a:pt x="6034222" y="804110"/>
                </a:cubicBezTo>
                <a:lnTo>
                  <a:pt x="6033121" y="806078"/>
                </a:lnTo>
                <a:lnTo>
                  <a:pt x="6023593" y="808842"/>
                </a:lnTo>
                <a:lnTo>
                  <a:pt x="6006639" y="815304"/>
                </a:lnTo>
                <a:lnTo>
                  <a:pt x="6001762" y="815557"/>
                </a:lnTo>
                <a:lnTo>
                  <a:pt x="5973534" y="823815"/>
                </a:lnTo>
                <a:lnTo>
                  <a:pt x="5972336" y="823476"/>
                </a:lnTo>
                <a:cubicBezTo>
                  <a:pt x="5969004" y="822901"/>
                  <a:pt x="5965329" y="822833"/>
                  <a:pt x="5960841" y="823819"/>
                </a:cubicBezTo>
                <a:cubicBezTo>
                  <a:pt x="5955860" y="815655"/>
                  <a:pt x="5953515" y="821882"/>
                  <a:pt x="5940719" y="825514"/>
                </a:cubicBezTo>
                <a:cubicBezTo>
                  <a:pt x="5930130" y="813644"/>
                  <a:pt x="5900943" y="827979"/>
                  <a:pt x="5884298" y="823806"/>
                </a:cubicBezTo>
                <a:cubicBezTo>
                  <a:pt x="5875133" y="826741"/>
                  <a:pt x="5865250" y="829630"/>
                  <a:pt x="5854779" y="832365"/>
                </a:cubicBezTo>
                <a:lnTo>
                  <a:pt x="5848382" y="833844"/>
                </a:lnTo>
                <a:lnTo>
                  <a:pt x="5848066" y="833772"/>
                </a:lnTo>
                <a:cubicBezTo>
                  <a:pt x="5846273" y="833879"/>
                  <a:pt x="5844018" y="834284"/>
                  <a:pt x="5840944" y="835132"/>
                </a:cubicBezTo>
                <a:lnTo>
                  <a:pt x="5836719" y="836539"/>
                </a:lnTo>
                <a:lnTo>
                  <a:pt x="5824311" y="839408"/>
                </a:lnTo>
                <a:lnTo>
                  <a:pt x="5818788" y="839727"/>
                </a:lnTo>
                <a:cubicBezTo>
                  <a:pt x="5797008" y="838594"/>
                  <a:pt x="5786883" y="822081"/>
                  <a:pt x="5763953" y="834282"/>
                </a:cubicBezTo>
                <a:cubicBezTo>
                  <a:pt x="5726813" y="837521"/>
                  <a:pt x="5699446" y="830949"/>
                  <a:pt x="5667748" y="840211"/>
                </a:cubicBezTo>
                <a:cubicBezTo>
                  <a:pt x="5632959" y="843205"/>
                  <a:pt x="5601436" y="842280"/>
                  <a:pt x="5573108" y="847611"/>
                </a:cubicBezTo>
                <a:cubicBezTo>
                  <a:pt x="5560030" y="845832"/>
                  <a:pt x="5549547" y="851598"/>
                  <a:pt x="5539137" y="851033"/>
                </a:cubicBezTo>
                <a:cubicBezTo>
                  <a:pt x="5528728" y="850467"/>
                  <a:pt x="5529256" y="837509"/>
                  <a:pt x="5510651" y="844215"/>
                </a:cubicBezTo>
                <a:cubicBezTo>
                  <a:pt x="5494241" y="833607"/>
                  <a:pt x="5466101" y="839171"/>
                  <a:pt x="5457331" y="839159"/>
                </a:cubicBezTo>
                <a:lnTo>
                  <a:pt x="5410613" y="834358"/>
                </a:lnTo>
                <a:lnTo>
                  <a:pt x="5370040" y="862127"/>
                </a:lnTo>
                <a:cubicBezTo>
                  <a:pt x="5357863" y="856469"/>
                  <a:pt x="5319115" y="868069"/>
                  <a:pt x="5318778" y="855310"/>
                </a:cubicBezTo>
                <a:cubicBezTo>
                  <a:pt x="5303920" y="857760"/>
                  <a:pt x="5296727" y="863736"/>
                  <a:pt x="5298645" y="855171"/>
                </a:cubicBezTo>
                <a:cubicBezTo>
                  <a:pt x="5287819" y="855897"/>
                  <a:pt x="5267444" y="857825"/>
                  <a:pt x="5253828" y="859670"/>
                </a:cubicBezTo>
                <a:lnTo>
                  <a:pt x="5216955" y="866245"/>
                </a:lnTo>
                <a:lnTo>
                  <a:pt x="5214344" y="868102"/>
                </a:lnTo>
                <a:cubicBezTo>
                  <a:pt x="5210778" y="868719"/>
                  <a:pt x="5200859" y="869042"/>
                  <a:pt x="5195561" y="869949"/>
                </a:cubicBezTo>
                <a:lnTo>
                  <a:pt x="5182555" y="873542"/>
                </a:lnTo>
                <a:cubicBezTo>
                  <a:pt x="5178496" y="875023"/>
                  <a:pt x="5175066" y="876746"/>
                  <a:pt x="5172552" y="878801"/>
                </a:cubicBezTo>
                <a:cubicBezTo>
                  <a:pt x="5121406" y="873797"/>
                  <a:pt x="5080096" y="886529"/>
                  <a:pt x="5027993" y="889666"/>
                </a:cubicBezTo>
                <a:cubicBezTo>
                  <a:pt x="4999924" y="877115"/>
                  <a:pt x="4946973" y="919452"/>
                  <a:pt x="4939844" y="934802"/>
                </a:cubicBezTo>
                <a:cubicBezTo>
                  <a:pt x="4895154" y="940701"/>
                  <a:pt x="4844006" y="928240"/>
                  <a:pt x="4792576" y="934820"/>
                </a:cubicBezTo>
                <a:lnTo>
                  <a:pt x="4602423" y="958063"/>
                </a:lnTo>
                <a:cubicBezTo>
                  <a:pt x="4488530" y="967131"/>
                  <a:pt x="4399004" y="969822"/>
                  <a:pt x="4290656" y="969152"/>
                </a:cubicBezTo>
                <a:cubicBezTo>
                  <a:pt x="4182308" y="968482"/>
                  <a:pt x="4046938" y="971167"/>
                  <a:pt x="3952334" y="954043"/>
                </a:cubicBezTo>
                <a:lnTo>
                  <a:pt x="3858560" y="948781"/>
                </a:lnTo>
                <a:lnTo>
                  <a:pt x="3846597" y="948382"/>
                </a:lnTo>
                <a:cubicBezTo>
                  <a:pt x="3807516" y="956616"/>
                  <a:pt x="3767475" y="941640"/>
                  <a:pt x="3736044" y="947759"/>
                </a:cubicBezTo>
                <a:cubicBezTo>
                  <a:pt x="3727323" y="948128"/>
                  <a:pt x="3719828" y="947771"/>
                  <a:pt x="3713136" y="946963"/>
                </a:cubicBezTo>
                <a:lnTo>
                  <a:pt x="3695939" y="943639"/>
                </a:lnTo>
                <a:lnTo>
                  <a:pt x="3694125" y="940567"/>
                </a:lnTo>
                <a:lnTo>
                  <a:pt x="3681925" y="939706"/>
                </a:lnTo>
                <a:lnTo>
                  <a:pt x="3679204" y="938926"/>
                </a:lnTo>
                <a:cubicBezTo>
                  <a:pt x="3668160" y="939028"/>
                  <a:pt x="3634193" y="940875"/>
                  <a:pt x="3615656" y="940320"/>
                </a:cubicBezTo>
                <a:cubicBezTo>
                  <a:pt x="3582626" y="936974"/>
                  <a:pt x="3593904" y="949140"/>
                  <a:pt x="3567983" y="935596"/>
                </a:cubicBezTo>
                <a:cubicBezTo>
                  <a:pt x="3504185" y="939048"/>
                  <a:pt x="3482818" y="922224"/>
                  <a:pt x="3422423" y="932129"/>
                </a:cubicBezTo>
                <a:cubicBezTo>
                  <a:pt x="3369166" y="933413"/>
                  <a:pt x="3329486" y="910108"/>
                  <a:pt x="3310925" y="911072"/>
                </a:cubicBezTo>
                <a:cubicBezTo>
                  <a:pt x="3261363" y="909787"/>
                  <a:pt x="3198415" y="933574"/>
                  <a:pt x="3139421" y="934151"/>
                </a:cubicBezTo>
                <a:cubicBezTo>
                  <a:pt x="3088799" y="931012"/>
                  <a:pt x="3038941" y="938464"/>
                  <a:pt x="2996922" y="927537"/>
                </a:cubicBezTo>
                <a:cubicBezTo>
                  <a:pt x="2992673" y="929234"/>
                  <a:pt x="2987900" y="930498"/>
                  <a:pt x="2982785" y="931453"/>
                </a:cubicBezTo>
                <a:lnTo>
                  <a:pt x="2967478" y="933397"/>
                </a:lnTo>
                <a:lnTo>
                  <a:pt x="2948552" y="932961"/>
                </a:lnTo>
                <a:lnTo>
                  <a:pt x="2944404" y="934452"/>
                </a:lnTo>
                <a:lnTo>
                  <a:pt x="2908608" y="937205"/>
                </a:lnTo>
                <a:lnTo>
                  <a:pt x="2904443" y="936455"/>
                </a:lnTo>
                <a:lnTo>
                  <a:pt x="2868935" y="938022"/>
                </a:lnTo>
                <a:lnTo>
                  <a:pt x="2868586" y="937487"/>
                </a:lnTo>
                <a:cubicBezTo>
                  <a:pt x="2866994" y="936327"/>
                  <a:pt x="2864292" y="935538"/>
                  <a:pt x="2859191" y="935503"/>
                </a:cubicBezTo>
                <a:cubicBezTo>
                  <a:pt x="2869075" y="927418"/>
                  <a:pt x="2856828" y="932364"/>
                  <a:pt x="2840915" y="932977"/>
                </a:cubicBezTo>
                <a:lnTo>
                  <a:pt x="2763509" y="921850"/>
                </a:lnTo>
                <a:lnTo>
                  <a:pt x="2756121" y="921864"/>
                </a:lnTo>
                <a:cubicBezTo>
                  <a:pt x="2756081" y="921822"/>
                  <a:pt x="2756039" y="921781"/>
                  <a:pt x="2755998" y="921739"/>
                </a:cubicBezTo>
                <a:cubicBezTo>
                  <a:pt x="2754445" y="921476"/>
                  <a:pt x="2752036" y="921380"/>
                  <a:pt x="2748255" y="921505"/>
                </a:cubicBezTo>
                <a:lnTo>
                  <a:pt x="2694601" y="915575"/>
                </a:lnTo>
                <a:cubicBezTo>
                  <a:pt x="2671223" y="919874"/>
                  <a:pt x="2666972" y="913376"/>
                  <a:pt x="2635357" y="910976"/>
                </a:cubicBezTo>
                <a:cubicBezTo>
                  <a:pt x="2621906" y="915051"/>
                  <a:pt x="2611315" y="913542"/>
                  <a:pt x="2601047" y="910263"/>
                </a:cubicBezTo>
                <a:cubicBezTo>
                  <a:pt x="2570084" y="912074"/>
                  <a:pt x="2542135" y="907435"/>
                  <a:pt x="2507482" y="906211"/>
                </a:cubicBezTo>
                <a:cubicBezTo>
                  <a:pt x="2469706" y="911437"/>
                  <a:pt x="2450920" y="901812"/>
                  <a:pt x="2413884" y="900545"/>
                </a:cubicBezTo>
                <a:cubicBezTo>
                  <a:pt x="2381338" y="909664"/>
                  <a:pt x="2387753" y="892438"/>
                  <a:pt x="2368912" y="888755"/>
                </a:cubicBezTo>
                <a:lnTo>
                  <a:pt x="2349490" y="889719"/>
                </a:lnTo>
                <a:lnTo>
                  <a:pt x="2344290" y="890584"/>
                </a:lnTo>
                <a:cubicBezTo>
                  <a:pt x="2340673" y="891041"/>
                  <a:pt x="2338228" y="891167"/>
                  <a:pt x="2336488" y="891058"/>
                </a:cubicBezTo>
                <a:lnTo>
                  <a:pt x="2329015" y="891627"/>
                </a:lnTo>
                <a:cubicBezTo>
                  <a:pt x="2316843" y="893039"/>
                  <a:pt x="2305064" y="894669"/>
                  <a:pt x="2293898" y="896431"/>
                </a:cubicBezTo>
                <a:cubicBezTo>
                  <a:pt x="2282637" y="890404"/>
                  <a:pt x="2242346" y="900851"/>
                  <a:pt x="2243927" y="888076"/>
                </a:cubicBezTo>
                <a:cubicBezTo>
                  <a:pt x="2228778" y="890081"/>
                  <a:pt x="2220725" y="895845"/>
                  <a:pt x="2223920" y="887331"/>
                </a:cubicBezTo>
                <a:cubicBezTo>
                  <a:pt x="2218877" y="887756"/>
                  <a:pt x="2215583" y="887254"/>
                  <a:pt x="2213081" y="886302"/>
                </a:cubicBezTo>
                <a:lnTo>
                  <a:pt x="2212307" y="885829"/>
                </a:lnTo>
                <a:lnTo>
                  <a:pt x="2152321" y="894418"/>
                </a:lnTo>
                <a:lnTo>
                  <a:pt x="2140985" y="895968"/>
                </a:lnTo>
                <a:lnTo>
                  <a:pt x="2121210" y="899354"/>
                </a:lnTo>
                <a:lnTo>
                  <a:pt x="2119146" y="899033"/>
                </a:lnTo>
                <a:lnTo>
                  <a:pt x="2105666" y="902240"/>
                </a:lnTo>
                <a:cubicBezTo>
                  <a:pt x="2101407" y="903601"/>
                  <a:pt x="2097735" y="905221"/>
                  <a:pt x="2094924" y="907203"/>
                </a:cubicBezTo>
                <a:cubicBezTo>
                  <a:pt x="2044793" y="900664"/>
                  <a:pt x="2001785" y="912168"/>
                  <a:pt x="1949478" y="913748"/>
                </a:cubicBezTo>
                <a:cubicBezTo>
                  <a:pt x="1891937" y="919585"/>
                  <a:pt x="1810334" y="935486"/>
                  <a:pt x="1749684" y="942223"/>
                </a:cubicBezTo>
                <a:lnTo>
                  <a:pt x="1585576" y="954170"/>
                </a:lnTo>
                <a:cubicBezTo>
                  <a:pt x="1549165" y="943719"/>
                  <a:pt x="1511425" y="950847"/>
                  <a:pt x="1476250" y="950653"/>
                </a:cubicBezTo>
                <a:cubicBezTo>
                  <a:pt x="1488515" y="961596"/>
                  <a:pt x="1432660" y="946795"/>
                  <a:pt x="1433927" y="959926"/>
                </a:cubicBezTo>
                <a:cubicBezTo>
                  <a:pt x="1427485" y="959475"/>
                  <a:pt x="1421205" y="958623"/>
                  <a:pt x="1414893" y="957671"/>
                </a:cubicBezTo>
                <a:lnTo>
                  <a:pt x="1411585" y="957179"/>
                </a:lnTo>
                <a:lnTo>
                  <a:pt x="1398896" y="957460"/>
                </a:lnTo>
                <a:lnTo>
                  <a:pt x="1394632" y="954725"/>
                </a:lnTo>
                <a:lnTo>
                  <a:pt x="1375043" y="953132"/>
                </a:lnTo>
                <a:cubicBezTo>
                  <a:pt x="1367813" y="952970"/>
                  <a:pt x="1360155" y="953305"/>
                  <a:pt x="1351876" y="954436"/>
                </a:cubicBezTo>
                <a:cubicBezTo>
                  <a:pt x="1325912" y="963028"/>
                  <a:pt x="1274459" y="952492"/>
                  <a:pt x="1242676" y="963767"/>
                </a:cubicBezTo>
                <a:cubicBezTo>
                  <a:pt x="1230276" y="966918"/>
                  <a:pt x="1216715" y="977098"/>
                  <a:pt x="1205993" y="974080"/>
                </a:cubicBezTo>
                <a:cubicBezTo>
                  <a:pt x="1174251" y="974112"/>
                  <a:pt x="1086982" y="964420"/>
                  <a:pt x="1052221" y="963954"/>
                </a:cubicBezTo>
                <a:cubicBezTo>
                  <a:pt x="1038515" y="970622"/>
                  <a:pt x="1009522" y="962342"/>
                  <a:pt x="968270" y="964761"/>
                </a:cubicBezTo>
                <a:cubicBezTo>
                  <a:pt x="943437" y="973698"/>
                  <a:pt x="900136" y="991017"/>
                  <a:pt x="874493" y="998122"/>
                </a:cubicBezTo>
                <a:cubicBezTo>
                  <a:pt x="848849" y="1005226"/>
                  <a:pt x="853424" y="1009427"/>
                  <a:pt x="814411" y="1007391"/>
                </a:cubicBezTo>
                <a:cubicBezTo>
                  <a:pt x="765926" y="1022821"/>
                  <a:pt x="732885" y="1009859"/>
                  <a:pt x="688604" y="1015631"/>
                </a:cubicBezTo>
                <a:cubicBezTo>
                  <a:pt x="638045" y="1020877"/>
                  <a:pt x="677999" y="1011556"/>
                  <a:pt x="618171" y="1027260"/>
                </a:cubicBezTo>
                <a:cubicBezTo>
                  <a:pt x="609680" y="1023165"/>
                  <a:pt x="583253" y="1020277"/>
                  <a:pt x="570379" y="1023487"/>
                </a:cubicBezTo>
                <a:cubicBezTo>
                  <a:pt x="543992" y="1022523"/>
                  <a:pt x="505183" y="1001686"/>
                  <a:pt x="482519" y="1002108"/>
                </a:cubicBezTo>
                <a:cubicBezTo>
                  <a:pt x="464011" y="1002285"/>
                  <a:pt x="495211" y="1007995"/>
                  <a:pt x="475319" y="1009922"/>
                </a:cubicBezTo>
                <a:cubicBezTo>
                  <a:pt x="450818" y="1011135"/>
                  <a:pt x="454804" y="1022539"/>
                  <a:pt x="431104" y="1009317"/>
                </a:cubicBezTo>
                <a:cubicBezTo>
                  <a:pt x="406857" y="1014651"/>
                  <a:pt x="399686" y="1008456"/>
                  <a:pt x="363782" y="1007585"/>
                </a:cubicBezTo>
                <a:cubicBezTo>
                  <a:pt x="350440" y="1012231"/>
                  <a:pt x="338145" y="1011245"/>
                  <a:pt x="325533" y="1008502"/>
                </a:cubicBezTo>
                <a:cubicBezTo>
                  <a:pt x="291944" y="1011745"/>
                  <a:pt x="259251" y="1008497"/>
                  <a:pt x="220429" y="1008927"/>
                </a:cubicBezTo>
                <a:cubicBezTo>
                  <a:pt x="180594" y="1015852"/>
                  <a:pt x="156150" y="1007265"/>
                  <a:pt x="114676" y="1007765"/>
                </a:cubicBezTo>
                <a:cubicBezTo>
                  <a:pt x="85718" y="1006195"/>
                  <a:pt x="43316" y="1001491"/>
                  <a:pt x="13470" y="998544"/>
                </a:cubicBezTo>
                <a:lnTo>
                  <a:pt x="0" y="997355"/>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 name="TextBox 4">
            <a:extLst>
              <a:ext uri="{FF2B5EF4-FFF2-40B4-BE49-F238E27FC236}">
                <a16:creationId xmlns:a16="http://schemas.microsoft.com/office/drawing/2014/main" id="{668FBCBB-6261-479A-60D2-7DC15BF60CC7}"/>
              </a:ext>
            </a:extLst>
          </p:cNvPr>
          <p:cNvSpPr txBox="1"/>
          <p:nvPr/>
        </p:nvSpPr>
        <p:spPr>
          <a:xfrm>
            <a:off x="192456" y="3881052"/>
            <a:ext cx="2506894" cy="2031325"/>
          </a:xfrm>
          <a:prstGeom prst="rect">
            <a:avLst/>
          </a:prstGeom>
          <a:noFill/>
        </p:spPr>
        <p:txBody>
          <a:bodyPr wrap="square" rtlCol="0">
            <a:spAutoFit/>
          </a:bodyPr>
          <a:lstStyle/>
          <a:p>
            <a:r>
              <a:rPr lang="en-US" dirty="0"/>
              <a:t>Remote roles are not included in the map visualization as they could be double counted. Meaning, the same role posted in multiple states. </a:t>
            </a:r>
          </a:p>
        </p:txBody>
      </p:sp>
      <p:pic>
        <p:nvPicPr>
          <p:cNvPr id="17" name="Picture 16" descr="10_us_state_map.png"/>
          <p:cNvPicPr>
            <a:picLocks noChangeAspect="1"/>
          </p:cNvPicPr>
          <p:nvPr/>
        </p:nvPicPr>
        <p:blipFill>
          <a:blip r:embed="rId2"/>
          <a:stretch>
            <a:fillRect/>
          </a:stretch>
        </p:blipFill>
        <p:spPr>
          <a:xfrm>
            <a:off x="2743200" y="822960"/>
            <a:ext cx="9326880" cy="5852160"/>
          </a:xfrm>
          <a:prstGeom prst="rect">
            <a:avLst/>
          </a:prstGeom>
        </p:spPr>
      </p:pic>
    </p:spTree>
    <p:extLst>
      <p:ext uri="{BB962C8B-B14F-4D97-AF65-F5344CB8AC3E}">
        <p14:creationId xmlns:p14="http://schemas.microsoft.com/office/powerpoint/2010/main" val="1277433562"/>
      </p:ext>
    </p:extLst>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29768" y="73152"/>
            <a:ext cx="11292840" cy="594360"/>
          </a:xfrm>
          <a:prstGeom prst="rect">
            <a:avLst/>
          </a:prstGeom>
          <a:noFill/>
        </p:spPr>
        <p:txBody>
          <a:bodyPr wrap="none">
            <a:spAutoFit/>
          </a:bodyPr>
          <a:lstStyle/>
          <a:p>
            <a:pPr algn="ctr"/>
            <a:r>
              <a:rPr sz="1800" b="1">
                <a:solidFill>
                  <a:srgbClr val="FFFFFF"/>
                </a:solidFill>
                <a:latin typeface="Calibri"/>
              </a:rPr>
              <a:t>Americas — AI Job Openings by Country   |   05.19.2026</a:t>
            </a:r>
          </a:p>
        </p:txBody>
      </p:sp>
      <p:pic>
        <p:nvPicPr>
          <p:cNvPr id="4" name="Picture 3" descr="11_americas_map.png"/>
          <p:cNvPicPr>
            <a:picLocks noChangeAspect="1"/>
          </p:cNvPicPr>
          <p:nvPr/>
        </p:nvPicPr>
        <p:blipFill>
          <a:blip r:embed="rId2"/>
          <a:stretch>
            <a:fillRect/>
          </a:stretch>
        </p:blipFill>
        <p:spPr>
          <a:xfrm>
            <a:off x="429768" y="749808"/>
            <a:ext cx="11292840" cy="59436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29768" y="73152"/>
            <a:ext cx="11292840" cy="594360"/>
          </a:xfrm>
          <a:prstGeom prst="rect">
            <a:avLst/>
          </a:prstGeom>
          <a:noFill/>
        </p:spPr>
        <p:txBody>
          <a:bodyPr wrap="none">
            <a:spAutoFit/>
          </a:bodyPr>
          <a:lstStyle/>
          <a:p>
            <a:pPr algn="ctr"/>
            <a:r>
              <a:rPr sz="1800" b="1">
                <a:solidFill>
                  <a:srgbClr val="FFFFFF"/>
                </a:solidFill>
                <a:latin typeface="Calibri"/>
              </a:rPr>
              <a:t>Europe — AI Job Openings by Country   |   05.19.2026</a:t>
            </a:r>
          </a:p>
        </p:txBody>
      </p:sp>
      <p:pic>
        <p:nvPicPr>
          <p:cNvPr id="4" name="Picture 3" descr="12_europe_map.png"/>
          <p:cNvPicPr>
            <a:picLocks noChangeAspect="1"/>
          </p:cNvPicPr>
          <p:nvPr/>
        </p:nvPicPr>
        <p:blipFill>
          <a:blip r:embed="rId2"/>
          <a:stretch>
            <a:fillRect/>
          </a:stretch>
        </p:blipFill>
        <p:spPr>
          <a:xfrm>
            <a:off x="429768" y="749808"/>
            <a:ext cx="11292840" cy="594360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29768" y="73152"/>
            <a:ext cx="11292840" cy="594360"/>
          </a:xfrm>
          <a:prstGeom prst="rect">
            <a:avLst/>
          </a:prstGeom>
          <a:noFill/>
        </p:spPr>
        <p:txBody>
          <a:bodyPr wrap="none">
            <a:spAutoFit/>
          </a:bodyPr>
          <a:lstStyle/>
          <a:p>
            <a:pPr algn="ctr"/>
            <a:r>
              <a:rPr sz="1800" b="1">
                <a:solidFill>
                  <a:srgbClr val="FFFFFF"/>
                </a:solidFill>
                <a:latin typeface="Calibri"/>
              </a:rPr>
              <a:t>APAC &amp; Middle East — AI Job Openings   |   05.19.2026</a:t>
            </a:r>
          </a:p>
        </p:txBody>
      </p:sp>
      <p:pic>
        <p:nvPicPr>
          <p:cNvPr id="4" name="Picture 3" descr="13_apac_map.png"/>
          <p:cNvPicPr>
            <a:picLocks noChangeAspect="1"/>
          </p:cNvPicPr>
          <p:nvPr/>
        </p:nvPicPr>
        <p:blipFill>
          <a:blip r:embed="rId2"/>
          <a:stretch>
            <a:fillRect/>
          </a:stretch>
        </p:blipFill>
        <p:spPr>
          <a:xfrm>
            <a:off x="429768" y="749808"/>
            <a:ext cx="11292840" cy="59436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Slice</Template>
  <TotalTime>14779</TotalTime>
  <Words>672</Words>
  <Application>Microsoft Office PowerPoint</Application>
  <PresentationFormat>Widescreen</PresentationFormat>
  <Paragraphs>69</Paragraphs>
  <Slides>9</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9</vt:i4>
      </vt:variant>
    </vt:vector>
  </HeadingPairs>
  <TitlesOfParts>
    <vt:vector size="15" baseType="lpstr">
      <vt:lpstr>Aptos</vt:lpstr>
      <vt:lpstr>Aptos Display</vt:lpstr>
      <vt:lpstr>Aptos Narrow</vt:lpstr>
      <vt:lpstr>Arial</vt:lpstr>
      <vt:lpstr>Calibri</vt:lpstr>
      <vt:lpstr>Office Theme</vt:lpstr>
      <vt:lpstr> “AI” Focused Job Opportunities as of April 20, 2026</vt:lpstr>
      <vt:lpstr>Data Aggregation Process </vt:lpstr>
      <vt:lpstr>PowerPoint Presentation</vt:lpstr>
      <vt:lpstr>Global job data with “AI” as keyword </vt:lpstr>
      <vt:lpstr>Global job data with “AI” as keyword –  By Industry</vt:lpstr>
      <vt:lpstr>Global job data  – AI titled roles</vt:lpstr>
      <vt:lpstr>Keyword Search</vt:lpstr>
      <vt:lpstr>Global job data with “AI” as keyword –  List of a few companies and number of open roles </vt:lpstr>
      <vt:lpstr>“AI roles” - United States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Joe</dc:creator>
  <cp:lastModifiedBy>JOE CAMP</cp:lastModifiedBy>
  <cp:revision>63</cp:revision>
  <dcterms:created xsi:type="dcterms:W3CDTF">2024-09-05T17:29:03Z</dcterms:created>
  <dcterms:modified xsi:type="dcterms:W3CDTF">2026-05-21T17:31:23Z</dcterms:modified>
</cp:coreProperties>
</file>